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1" r:id="rId5"/>
    <p:sldId id="273" r:id="rId6"/>
    <p:sldId id="263" r:id="rId7"/>
    <p:sldId id="275" r:id="rId8"/>
    <p:sldId id="274" r:id="rId9"/>
    <p:sldId id="276" r:id="rId10"/>
    <p:sldId id="277" r:id="rId11"/>
    <p:sldId id="266" r:id="rId12"/>
    <p:sldId id="278" r:id="rId13"/>
    <p:sldId id="279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C09"/>
    <a:srgbClr val="196B24"/>
    <a:srgbClr val="0F2E3D"/>
    <a:srgbClr val="F5F7F6"/>
    <a:srgbClr val="3D5A4C"/>
    <a:srgbClr val="A8C5BB"/>
    <a:srgbClr val="156082"/>
    <a:srgbClr val="D4CAAA"/>
    <a:srgbClr val="275317"/>
    <a:srgbClr val="2C3E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CA50A8-DD7D-280D-757E-C806F0199B81}" v="2423" dt="2026-03-28T07:31:42.778"/>
    <p1510:client id="{3C3BE64B-636D-5D9C-6FCB-17C4FAFD21C0}" v="651" dt="2026-03-29T03:32:15.634"/>
    <p1510:client id="{3E824A45-B16A-FFEB-F48E-85D5E8EE17E3}" v="18" dt="2026-03-28T02:50:32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425E18-EECC-40DD-87CD-2F192D86F59B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540C89B-D51B-4BED-8392-33241060EE16}">
      <dgm:prSet/>
      <dgm:spPr/>
      <dgm:t>
        <a:bodyPr/>
        <a:lstStyle/>
        <a:p>
          <a:r>
            <a:rPr lang="en-US" b="1"/>
            <a:t>Key Technologies Learned &amp; Reinforced: </a:t>
          </a:r>
          <a:endParaRPr lang="en-US"/>
        </a:p>
      </dgm:t>
    </dgm:pt>
    <dgm:pt modelId="{BC58A24D-2A3C-4595-8F4A-4264CBC2A421}" type="parTrans" cxnId="{CB875194-4B75-462D-994C-FAA89A8B21AD}">
      <dgm:prSet/>
      <dgm:spPr/>
      <dgm:t>
        <a:bodyPr/>
        <a:lstStyle/>
        <a:p>
          <a:endParaRPr lang="en-US"/>
        </a:p>
      </dgm:t>
    </dgm:pt>
    <dgm:pt modelId="{324A3C8A-FCDD-4E60-A439-BECAC88E3646}" type="sibTrans" cxnId="{CB875194-4B75-462D-994C-FAA89A8B21AD}">
      <dgm:prSet/>
      <dgm:spPr/>
      <dgm:t>
        <a:bodyPr/>
        <a:lstStyle/>
        <a:p>
          <a:endParaRPr lang="en-US"/>
        </a:p>
      </dgm:t>
    </dgm:pt>
    <dgm:pt modelId="{7F30456D-6570-4630-B3C1-7E6663B3C010}">
      <dgm:prSet/>
      <dgm:spPr/>
      <dgm:t>
        <a:bodyPr/>
        <a:lstStyle/>
        <a:p>
          <a:r>
            <a:rPr lang="en-US" b="1"/>
            <a:t>Node.js</a:t>
          </a:r>
          <a:r>
            <a:rPr lang="en-US"/>
            <a:t>- Sever runtime</a:t>
          </a:r>
        </a:p>
      </dgm:t>
    </dgm:pt>
    <dgm:pt modelId="{068A081A-7370-4016-8D5A-BB60013E5BF3}" type="parTrans" cxnId="{C8AD3ADC-3931-4D71-9E34-7CCFE010312A}">
      <dgm:prSet/>
      <dgm:spPr/>
      <dgm:t>
        <a:bodyPr/>
        <a:lstStyle/>
        <a:p>
          <a:endParaRPr lang="en-US"/>
        </a:p>
      </dgm:t>
    </dgm:pt>
    <dgm:pt modelId="{D0425D3B-1718-4E8B-85AE-62681392758D}" type="sibTrans" cxnId="{C8AD3ADC-3931-4D71-9E34-7CCFE010312A}">
      <dgm:prSet/>
      <dgm:spPr/>
      <dgm:t>
        <a:bodyPr/>
        <a:lstStyle/>
        <a:p>
          <a:endParaRPr lang="en-US"/>
        </a:p>
      </dgm:t>
    </dgm:pt>
    <dgm:pt modelId="{E74D3B6C-96E7-4A77-A969-4DEAE4C929C9}">
      <dgm:prSet/>
      <dgm:spPr/>
      <dgm:t>
        <a:bodyPr/>
        <a:lstStyle/>
        <a:p>
          <a:r>
            <a:rPr lang="en-US" b="1"/>
            <a:t>Socket.IO</a:t>
          </a:r>
          <a:r>
            <a:rPr lang="en-US"/>
            <a:t>- For real-time communication on voting result</a:t>
          </a:r>
        </a:p>
      </dgm:t>
    </dgm:pt>
    <dgm:pt modelId="{5BE35507-FC5A-4D51-8C2D-E3296C24BBFF}" type="parTrans" cxnId="{5244EFF9-06C9-49CD-839E-AF05A4CEE9B3}">
      <dgm:prSet/>
      <dgm:spPr/>
      <dgm:t>
        <a:bodyPr/>
        <a:lstStyle/>
        <a:p>
          <a:endParaRPr lang="en-US"/>
        </a:p>
      </dgm:t>
    </dgm:pt>
    <dgm:pt modelId="{5F462EE5-59A0-4D12-9F8F-4B493EAECD2E}" type="sibTrans" cxnId="{5244EFF9-06C9-49CD-839E-AF05A4CEE9B3}">
      <dgm:prSet/>
      <dgm:spPr/>
      <dgm:t>
        <a:bodyPr/>
        <a:lstStyle/>
        <a:p>
          <a:endParaRPr lang="en-US"/>
        </a:p>
      </dgm:t>
    </dgm:pt>
    <dgm:pt modelId="{48175462-9255-4763-A88B-6363AEFFA0EE}">
      <dgm:prSet/>
      <dgm:spPr/>
      <dgm:t>
        <a:bodyPr/>
        <a:lstStyle/>
        <a:p>
          <a:r>
            <a:rPr lang="en-US" b="1"/>
            <a:t>HTML</a:t>
          </a:r>
          <a:r>
            <a:rPr lang="en-US"/>
            <a:t>- UI structure </a:t>
          </a:r>
        </a:p>
      </dgm:t>
    </dgm:pt>
    <dgm:pt modelId="{BD425280-B0FC-45AD-A19A-F04758DDB3B8}" type="parTrans" cxnId="{FCA83420-7AAC-4AFF-AC0F-2A5647C5EAFD}">
      <dgm:prSet/>
      <dgm:spPr/>
      <dgm:t>
        <a:bodyPr/>
        <a:lstStyle/>
        <a:p>
          <a:endParaRPr lang="en-US"/>
        </a:p>
      </dgm:t>
    </dgm:pt>
    <dgm:pt modelId="{2A34D50A-D1B5-45E8-97E2-C9B095575837}" type="sibTrans" cxnId="{FCA83420-7AAC-4AFF-AC0F-2A5647C5EAFD}">
      <dgm:prSet/>
      <dgm:spPr/>
      <dgm:t>
        <a:bodyPr/>
        <a:lstStyle/>
        <a:p>
          <a:endParaRPr lang="en-US"/>
        </a:p>
      </dgm:t>
    </dgm:pt>
    <dgm:pt modelId="{D93AA1B7-670E-4ACB-BC74-F7CF71F84193}">
      <dgm:prSet/>
      <dgm:spPr/>
      <dgm:t>
        <a:bodyPr/>
        <a:lstStyle/>
        <a:p>
          <a:r>
            <a:rPr lang="en-US" b="1"/>
            <a:t>Bootstrap</a:t>
          </a:r>
          <a:r>
            <a:rPr lang="en-US"/>
            <a:t>- UI styling</a:t>
          </a:r>
        </a:p>
      </dgm:t>
    </dgm:pt>
    <dgm:pt modelId="{9DA296FE-3699-4CD0-8F6F-AB5C06E3C0FD}" type="parTrans" cxnId="{0D7F7BCD-2476-49D7-A787-C2EB44FC5E84}">
      <dgm:prSet/>
      <dgm:spPr/>
      <dgm:t>
        <a:bodyPr/>
        <a:lstStyle/>
        <a:p>
          <a:endParaRPr lang="en-US"/>
        </a:p>
      </dgm:t>
    </dgm:pt>
    <dgm:pt modelId="{67C041DD-B7EB-4A6D-93D3-81F68203B7E2}" type="sibTrans" cxnId="{0D7F7BCD-2476-49D7-A787-C2EB44FC5E84}">
      <dgm:prSet/>
      <dgm:spPr/>
      <dgm:t>
        <a:bodyPr/>
        <a:lstStyle/>
        <a:p>
          <a:endParaRPr lang="en-US"/>
        </a:p>
      </dgm:t>
    </dgm:pt>
    <dgm:pt modelId="{B598C30B-D28B-4242-BF5E-E08687C42DC2}">
      <dgm:prSet/>
      <dgm:spPr/>
      <dgm:t>
        <a:bodyPr/>
        <a:lstStyle/>
        <a:p>
          <a:r>
            <a:rPr lang="en-US" b="1"/>
            <a:t>JavaScript</a:t>
          </a:r>
          <a:r>
            <a:rPr lang="en-US"/>
            <a:t>- Client logic</a:t>
          </a:r>
        </a:p>
      </dgm:t>
    </dgm:pt>
    <dgm:pt modelId="{1BDE23A5-74C3-4477-AE58-735484E90C71}" type="parTrans" cxnId="{74B789A3-A252-463D-9F44-74E1E2A94312}">
      <dgm:prSet/>
      <dgm:spPr/>
      <dgm:t>
        <a:bodyPr/>
        <a:lstStyle/>
        <a:p>
          <a:endParaRPr lang="en-US"/>
        </a:p>
      </dgm:t>
    </dgm:pt>
    <dgm:pt modelId="{72946167-E831-4687-86E1-48876D3989B9}" type="sibTrans" cxnId="{74B789A3-A252-463D-9F44-74E1E2A94312}">
      <dgm:prSet/>
      <dgm:spPr/>
      <dgm:t>
        <a:bodyPr/>
        <a:lstStyle/>
        <a:p>
          <a:endParaRPr lang="en-US"/>
        </a:p>
      </dgm:t>
    </dgm:pt>
    <dgm:pt modelId="{9F9C4A37-A395-4671-9E59-502F9401C16A}" type="pres">
      <dgm:prSet presAssocID="{DD425E18-EECC-40DD-87CD-2F192D86F59B}" presName="linear" presStyleCnt="0">
        <dgm:presLayoutVars>
          <dgm:animLvl val="lvl"/>
          <dgm:resizeHandles val="exact"/>
        </dgm:presLayoutVars>
      </dgm:prSet>
      <dgm:spPr/>
    </dgm:pt>
    <dgm:pt modelId="{C003A490-6D15-4B54-BC49-7A3BEB14362B}" type="pres">
      <dgm:prSet presAssocID="{5540C89B-D51B-4BED-8392-33241060EE1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85C2264-71EA-4D57-B3C2-A78B992FF7DA}" type="pres">
      <dgm:prSet presAssocID="{324A3C8A-FCDD-4E60-A439-BECAC88E3646}" presName="spacer" presStyleCnt="0"/>
      <dgm:spPr/>
    </dgm:pt>
    <dgm:pt modelId="{10D2F861-8ECE-4E84-B24E-FB7122D54452}" type="pres">
      <dgm:prSet presAssocID="{7F30456D-6570-4630-B3C1-7E6663B3C01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5979EA4-CFC5-412B-A01E-AC50EB514C66}" type="pres">
      <dgm:prSet presAssocID="{D0425D3B-1718-4E8B-85AE-62681392758D}" presName="spacer" presStyleCnt="0"/>
      <dgm:spPr/>
    </dgm:pt>
    <dgm:pt modelId="{7217126F-BF84-410D-A9B0-DDA44BC9CAFB}" type="pres">
      <dgm:prSet presAssocID="{E74D3B6C-96E7-4A77-A969-4DEAE4C929C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AAD0BD6-E976-4326-9470-A2023B49AAC5}" type="pres">
      <dgm:prSet presAssocID="{5F462EE5-59A0-4D12-9F8F-4B493EAECD2E}" presName="spacer" presStyleCnt="0"/>
      <dgm:spPr/>
    </dgm:pt>
    <dgm:pt modelId="{2461F8F2-7362-491D-9A4B-0EE986D983E1}" type="pres">
      <dgm:prSet presAssocID="{48175462-9255-4763-A88B-6363AEFFA0E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E821B07-4267-43BE-9FB3-C6892956F5AB}" type="pres">
      <dgm:prSet presAssocID="{2A34D50A-D1B5-45E8-97E2-C9B095575837}" presName="spacer" presStyleCnt="0"/>
      <dgm:spPr/>
    </dgm:pt>
    <dgm:pt modelId="{1B502388-39B1-48A6-A771-EC9A7E376904}" type="pres">
      <dgm:prSet presAssocID="{D93AA1B7-670E-4ACB-BC74-F7CF71F8419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24894BB-6C34-4836-8EB4-D845CD6ACB70}" type="pres">
      <dgm:prSet presAssocID="{67C041DD-B7EB-4A6D-93D3-81F68203B7E2}" presName="spacer" presStyleCnt="0"/>
      <dgm:spPr/>
    </dgm:pt>
    <dgm:pt modelId="{7D4F2815-916D-4C2B-96EB-AFEC7BFBCE47}" type="pres">
      <dgm:prSet presAssocID="{B598C30B-D28B-4242-BF5E-E08687C42DC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8A7ED1C-392D-43AE-A3C6-99DF9A29E5D7}" type="presOf" srcId="{7F30456D-6570-4630-B3C1-7E6663B3C010}" destId="{10D2F861-8ECE-4E84-B24E-FB7122D54452}" srcOrd="0" destOrd="0" presId="urn:microsoft.com/office/officeart/2005/8/layout/vList2"/>
    <dgm:cxn modelId="{FCA83420-7AAC-4AFF-AC0F-2A5647C5EAFD}" srcId="{DD425E18-EECC-40DD-87CD-2F192D86F59B}" destId="{48175462-9255-4763-A88B-6363AEFFA0EE}" srcOrd="3" destOrd="0" parTransId="{BD425280-B0FC-45AD-A19A-F04758DDB3B8}" sibTransId="{2A34D50A-D1B5-45E8-97E2-C9B095575837}"/>
    <dgm:cxn modelId="{FDAD208C-3D15-45F0-A049-AD801C4A7B4A}" type="presOf" srcId="{48175462-9255-4763-A88B-6363AEFFA0EE}" destId="{2461F8F2-7362-491D-9A4B-0EE986D983E1}" srcOrd="0" destOrd="0" presId="urn:microsoft.com/office/officeart/2005/8/layout/vList2"/>
    <dgm:cxn modelId="{92A3588F-FBD4-4B09-85B3-0DE709BB6EB7}" type="presOf" srcId="{D93AA1B7-670E-4ACB-BC74-F7CF71F84193}" destId="{1B502388-39B1-48A6-A771-EC9A7E376904}" srcOrd="0" destOrd="0" presId="urn:microsoft.com/office/officeart/2005/8/layout/vList2"/>
    <dgm:cxn modelId="{CB875194-4B75-462D-994C-FAA89A8B21AD}" srcId="{DD425E18-EECC-40DD-87CD-2F192D86F59B}" destId="{5540C89B-D51B-4BED-8392-33241060EE16}" srcOrd="0" destOrd="0" parTransId="{BC58A24D-2A3C-4595-8F4A-4264CBC2A421}" sibTransId="{324A3C8A-FCDD-4E60-A439-BECAC88E3646}"/>
    <dgm:cxn modelId="{68CECEA0-5128-46B8-A2BF-963453644BEC}" type="presOf" srcId="{5540C89B-D51B-4BED-8392-33241060EE16}" destId="{C003A490-6D15-4B54-BC49-7A3BEB14362B}" srcOrd="0" destOrd="0" presId="urn:microsoft.com/office/officeart/2005/8/layout/vList2"/>
    <dgm:cxn modelId="{74B789A3-A252-463D-9F44-74E1E2A94312}" srcId="{DD425E18-EECC-40DD-87CD-2F192D86F59B}" destId="{B598C30B-D28B-4242-BF5E-E08687C42DC2}" srcOrd="5" destOrd="0" parTransId="{1BDE23A5-74C3-4477-AE58-735484E90C71}" sibTransId="{72946167-E831-4687-86E1-48876D3989B9}"/>
    <dgm:cxn modelId="{C96225C2-2ED0-4C33-ABC1-BEF06B779F89}" type="presOf" srcId="{DD425E18-EECC-40DD-87CD-2F192D86F59B}" destId="{9F9C4A37-A395-4671-9E59-502F9401C16A}" srcOrd="0" destOrd="0" presId="urn:microsoft.com/office/officeart/2005/8/layout/vList2"/>
    <dgm:cxn modelId="{5BCFA0C5-40AA-47F5-9594-4D9600B62FB3}" type="presOf" srcId="{E74D3B6C-96E7-4A77-A969-4DEAE4C929C9}" destId="{7217126F-BF84-410D-A9B0-DDA44BC9CAFB}" srcOrd="0" destOrd="0" presId="urn:microsoft.com/office/officeart/2005/8/layout/vList2"/>
    <dgm:cxn modelId="{37DE09C7-C7D8-429C-91A2-1E552BB26DB6}" type="presOf" srcId="{B598C30B-D28B-4242-BF5E-E08687C42DC2}" destId="{7D4F2815-916D-4C2B-96EB-AFEC7BFBCE47}" srcOrd="0" destOrd="0" presId="urn:microsoft.com/office/officeart/2005/8/layout/vList2"/>
    <dgm:cxn modelId="{0D7F7BCD-2476-49D7-A787-C2EB44FC5E84}" srcId="{DD425E18-EECC-40DD-87CD-2F192D86F59B}" destId="{D93AA1B7-670E-4ACB-BC74-F7CF71F84193}" srcOrd="4" destOrd="0" parTransId="{9DA296FE-3699-4CD0-8F6F-AB5C06E3C0FD}" sibTransId="{67C041DD-B7EB-4A6D-93D3-81F68203B7E2}"/>
    <dgm:cxn modelId="{C8AD3ADC-3931-4D71-9E34-7CCFE010312A}" srcId="{DD425E18-EECC-40DD-87CD-2F192D86F59B}" destId="{7F30456D-6570-4630-B3C1-7E6663B3C010}" srcOrd="1" destOrd="0" parTransId="{068A081A-7370-4016-8D5A-BB60013E5BF3}" sibTransId="{D0425D3B-1718-4E8B-85AE-62681392758D}"/>
    <dgm:cxn modelId="{5244EFF9-06C9-49CD-839E-AF05A4CEE9B3}" srcId="{DD425E18-EECC-40DD-87CD-2F192D86F59B}" destId="{E74D3B6C-96E7-4A77-A969-4DEAE4C929C9}" srcOrd="2" destOrd="0" parTransId="{5BE35507-FC5A-4D51-8C2D-E3296C24BBFF}" sibTransId="{5F462EE5-59A0-4D12-9F8F-4B493EAECD2E}"/>
    <dgm:cxn modelId="{06AFB851-A64C-4927-AC19-21B97DA71291}" type="presParOf" srcId="{9F9C4A37-A395-4671-9E59-502F9401C16A}" destId="{C003A490-6D15-4B54-BC49-7A3BEB14362B}" srcOrd="0" destOrd="0" presId="urn:microsoft.com/office/officeart/2005/8/layout/vList2"/>
    <dgm:cxn modelId="{F9E5637E-C6C8-4C2D-96FA-9AF3CD049AB6}" type="presParOf" srcId="{9F9C4A37-A395-4671-9E59-502F9401C16A}" destId="{785C2264-71EA-4D57-B3C2-A78B992FF7DA}" srcOrd="1" destOrd="0" presId="urn:microsoft.com/office/officeart/2005/8/layout/vList2"/>
    <dgm:cxn modelId="{73C2FE18-5D5C-475B-8463-2C3420CEEAFF}" type="presParOf" srcId="{9F9C4A37-A395-4671-9E59-502F9401C16A}" destId="{10D2F861-8ECE-4E84-B24E-FB7122D54452}" srcOrd="2" destOrd="0" presId="urn:microsoft.com/office/officeart/2005/8/layout/vList2"/>
    <dgm:cxn modelId="{D6C193C3-2CA2-46CD-832B-8FE88A7E9405}" type="presParOf" srcId="{9F9C4A37-A395-4671-9E59-502F9401C16A}" destId="{05979EA4-CFC5-412B-A01E-AC50EB514C66}" srcOrd="3" destOrd="0" presId="urn:microsoft.com/office/officeart/2005/8/layout/vList2"/>
    <dgm:cxn modelId="{1C9DE095-AD39-4367-89BC-40819D57958B}" type="presParOf" srcId="{9F9C4A37-A395-4671-9E59-502F9401C16A}" destId="{7217126F-BF84-410D-A9B0-DDA44BC9CAFB}" srcOrd="4" destOrd="0" presId="urn:microsoft.com/office/officeart/2005/8/layout/vList2"/>
    <dgm:cxn modelId="{917FC71A-8058-46A3-8DB2-0807E66F2A9F}" type="presParOf" srcId="{9F9C4A37-A395-4671-9E59-502F9401C16A}" destId="{AAAD0BD6-E976-4326-9470-A2023B49AAC5}" srcOrd="5" destOrd="0" presId="urn:microsoft.com/office/officeart/2005/8/layout/vList2"/>
    <dgm:cxn modelId="{013939A1-EF1A-4685-BB96-5A8DE2410E04}" type="presParOf" srcId="{9F9C4A37-A395-4671-9E59-502F9401C16A}" destId="{2461F8F2-7362-491D-9A4B-0EE986D983E1}" srcOrd="6" destOrd="0" presId="urn:microsoft.com/office/officeart/2005/8/layout/vList2"/>
    <dgm:cxn modelId="{0DF14840-E1CF-472A-83A2-705EC71DF721}" type="presParOf" srcId="{9F9C4A37-A395-4671-9E59-502F9401C16A}" destId="{FE821B07-4267-43BE-9FB3-C6892956F5AB}" srcOrd="7" destOrd="0" presId="urn:microsoft.com/office/officeart/2005/8/layout/vList2"/>
    <dgm:cxn modelId="{8F6F4EBD-EE6C-45E8-B393-B44A24C26E09}" type="presParOf" srcId="{9F9C4A37-A395-4671-9E59-502F9401C16A}" destId="{1B502388-39B1-48A6-A771-EC9A7E376904}" srcOrd="8" destOrd="0" presId="urn:microsoft.com/office/officeart/2005/8/layout/vList2"/>
    <dgm:cxn modelId="{5186648C-0F30-4302-AFA9-834F1F182741}" type="presParOf" srcId="{9F9C4A37-A395-4671-9E59-502F9401C16A}" destId="{924894BB-6C34-4836-8EB4-D845CD6ACB70}" srcOrd="9" destOrd="0" presId="urn:microsoft.com/office/officeart/2005/8/layout/vList2"/>
    <dgm:cxn modelId="{43C2F7AB-2FDD-4EB7-A317-EAA0C5C240B4}" type="presParOf" srcId="{9F9C4A37-A395-4671-9E59-502F9401C16A}" destId="{7D4F2815-916D-4C2B-96EB-AFEC7BFBCE4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8A506F-59D5-4706-9EEE-C18C62B385B1}" type="doc">
      <dgm:prSet loTypeId="urn:microsoft.com/office/officeart/2016/7/layout/ChevronBlockProcess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EF9841D-72AA-41DD-88C4-2FE21682FA14}">
      <dgm:prSet/>
      <dgm:spPr/>
      <dgm:t>
        <a:bodyPr/>
        <a:lstStyle/>
        <a:p>
          <a:r>
            <a:rPr lang="en-US"/>
            <a:t>Allow</a:t>
          </a:r>
        </a:p>
      </dgm:t>
    </dgm:pt>
    <dgm:pt modelId="{4C0C2083-3364-4F4D-8D81-B18C17BDE47E}" type="parTrans" cxnId="{6A3DBFC1-AD4A-4614-A381-B9EB21C6A2D1}">
      <dgm:prSet/>
      <dgm:spPr/>
      <dgm:t>
        <a:bodyPr/>
        <a:lstStyle/>
        <a:p>
          <a:endParaRPr lang="en-US"/>
        </a:p>
      </dgm:t>
    </dgm:pt>
    <dgm:pt modelId="{4AD379A5-B3B2-4123-BF32-E85A14062E53}" type="sibTrans" cxnId="{6A3DBFC1-AD4A-4614-A381-B9EB21C6A2D1}">
      <dgm:prSet/>
      <dgm:spPr/>
      <dgm:t>
        <a:bodyPr/>
        <a:lstStyle/>
        <a:p>
          <a:endParaRPr lang="en-US"/>
        </a:p>
      </dgm:t>
    </dgm:pt>
    <dgm:pt modelId="{E6B249A0-7104-4498-A789-158A62EB02B0}">
      <dgm:prSet/>
      <dgm:spPr/>
      <dgm:t>
        <a:bodyPr/>
        <a:lstStyle/>
        <a:p>
          <a:r>
            <a:rPr lang="en-US"/>
            <a:t>Allow multiple user to vote simultaneously</a:t>
          </a:r>
        </a:p>
      </dgm:t>
    </dgm:pt>
    <dgm:pt modelId="{13174751-C7F5-4AEC-9DCA-8DF2E7280345}" type="parTrans" cxnId="{B887E8AD-B882-480B-9469-B37273EC43FD}">
      <dgm:prSet/>
      <dgm:spPr/>
      <dgm:t>
        <a:bodyPr/>
        <a:lstStyle/>
        <a:p>
          <a:endParaRPr lang="en-US"/>
        </a:p>
      </dgm:t>
    </dgm:pt>
    <dgm:pt modelId="{A4067EA9-4512-49F7-BE98-A48FD312A109}" type="sibTrans" cxnId="{B887E8AD-B882-480B-9469-B37273EC43FD}">
      <dgm:prSet/>
      <dgm:spPr/>
      <dgm:t>
        <a:bodyPr/>
        <a:lstStyle/>
        <a:p>
          <a:endParaRPr lang="en-US"/>
        </a:p>
      </dgm:t>
    </dgm:pt>
    <dgm:pt modelId="{CCD90466-9F7A-46AF-9D3D-12B493F90080}">
      <dgm:prSet/>
      <dgm:spPr/>
      <dgm:t>
        <a:bodyPr/>
        <a:lstStyle/>
        <a:p>
          <a:r>
            <a:rPr lang="en-US"/>
            <a:t>Display</a:t>
          </a:r>
        </a:p>
      </dgm:t>
    </dgm:pt>
    <dgm:pt modelId="{78FC5F77-1D62-4A13-A5F1-28D7E3A047DE}" type="parTrans" cxnId="{DC4889B9-1F5C-4779-ACC9-280C51129369}">
      <dgm:prSet/>
      <dgm:spPr/>
      <dgm:t>
        <a:bodyPr/>
        <a:lstStyle/>
        <a:p>
          <a:endParaRPr lang="en-US"/>
        </a:p>
      </dgm:t>
    </dgm:pt>
    <dgm:pt modelId="{BEF734BE-E42A-47CB-A335-AD9F4900CDA8}" type="sibTrans" cxnId="{DC4889B9-1F5C-4779-ACC9-280C51129369}">
      <dgm:prSet/>
      <dgm:spPr/>
      <dgm:t>
        <a:bodyPr/>
        <a:lstStyle/>
        <a:p>
          <a:endParaRPr lang="en-US"/>
        </a:p>
      </dgm:t>
    </dgm:pt>
    <dgm:pt modelId="{94D8A418-DB8E-4BD4-9494-A256D6A0A727}">
      <dgm:prSet/>
      <dgm:spPr/>
      <dgm:t>
        <a:bodyPr/>
        <a:lstStyle/>
        <a:p>
          <a:r>
            <a:rPr lang="en-US"/>
            <a:t>Display live results without page refresh</a:t>
          </a:r>
        </a:p>
      </dgm:t>
    </dgm:pt>
    <dgm:pt modelId="{00AB22B9-979A-4499-80FA-8F6C3501A1A3}" type="parTrans" cxnId="{EE9CD43B-B8EA-4C36-963C-A1C6C1510946}">
      <dgm:prSet/>
      <dgm:spPr/>
      <dgm:t>
        <a:bodyPr/>
        <a:lstStyle/>
        <a:p>
          <a:endParaRPr lang="en-US"/>
        </a:p>
      </dgm:t>
    </dgm:pt>
    <dgm:pt modelId="{5EB95F8F-D0F4-4F3C-A826-EE6295629861}" type="sibTrans" cxnId="{EE9CD43B-B8EA-4C36-963C-A1C6C1510946}">
      <dgm:prSet/>
      <dgm:spPr/>
      <dgm:t>
        <a:bodyPr/>
        <a:lstStyle/>
        <a:p>
          <a:endParaRPr lang="en-US"/>
        </a:p>
      </dgm:t>
    </dgm:pt>
    <dgm:pt modelId="{2AA404D1-5494-4815-ADB2-18CE1B3C518B}">
      <dgm:prSet/>
      <dgm:spPr/>
      <dgm:t>
        <a:bodyPr/>
        <a:lstStyle/>
        <a:p>
          <a:r>
            <a:rPr lang="en-US"/>
            <a:t>Use</a:t>
          </a:r>
        </a:p>
      </dgm:t>
    </dgm:pt>
    <dgm:pt modelId="{C1813299-8F62-4B1B-B3C5-F1225A314C31}" type="parTrans" cxnId="{228AC602-B4A7-4E55-BEFD-730E0F786BBA}">
      <dgm:prSet/>
      <dgm:spPr/>
      <dgm:t>
        <a:bodyPr/>
        <a:lstStyle/>
        <a:p>
          <a:endParaRPr lang="en-US"/>
        </a:p>
      </dgm:t>
    </dgm:pt>
    <dgm:pt modelId="{A98139F6-E195-4C0F-8434-DECA27B4C1C7}" type="sibTrans" cxnId="{228AC602-B4A7-4E55-BEFD-730E0F786BBA}">
      <dgm:prSet/>
      <dgm:spPr/>
      <dgm:t>
        <a:bodyPr/>
        <a:lstStyle/>
        <a:p>
          <a:endParaRPr lang="en-US"/>
        </a:p>
      </dgm:t>
    </dgm:pt>
    <dgm:pt modelId="{D9AC5563-C040-449C-982B-5375E742ABE8}">
      <dgm:prSet/>
      <dgm:spPr/>
      <dgm:t>
        <a:bodyPr/>
        <a:lstStyle/>
        <a:p>
          <a:r>
            <a:rPr lang="en-US"/>
            <a:t>Use server-client communication using events</a:t>
          </a:r>
        </a:p>
      </dgm:t>
    </dgm:pt>
    <dgm:pt modelId="{3159CD9D-4C54-4C20-A65F-D10E47184577}" type="parTrans" cxnId="{19E1B441-4897-4E7F-9CEC-61B9887A5BF0}">
      <dgm:prSet/>
      <dgm:spPr/>
      <dgm:t>
        <a:bodyPr/>
        <a:lstStyle/>
        <a:p>
          <a:endParaRPr lang="en-US"/>
        </a:p>
      </dgm:t>
    </dgm:pt>
    <dgm:pt modelId="{4022A69E-F567-46A5-80CF-D89415A4F9D2}" type="sibTrans" cxnId="{19E1B441-4897-4E7F-9CEC-61B9887A5BF0}">
      <dgm:prSet/>
      <dgm:spPr/>
      <dgm:t>
        <a:bodyPr/>
        <a:lstStyle/>
        <a:p>
          <a:endParaRPr lang="en-US"/>
        </a:p>
      </dgm:t>
    </dgm:pt>
    <dgm:pt modelId="{F26DC266-80C6-468B-9CE4-C9DC4A7EDEB4}" type="pres">
      <dgm:prSet presAssocID="{F98A506F-59D5-4706-9EEE-C18C62B385B1}" presName="Name0" presStyleCnt="0">
        <dgm:presLayoutVars>
          <dgm:dir/>
          <dgm:animLvl val="lvl"/>
          <dgm:resizeHandles val="exact"/>
        </dgm:presLayoutVars>
      </dgm:prSet>
      <dgm:spPr/>
    </dgm:pt>
    <dgm:pt modelId="{EEC2F16C-64ED-4479-BF45-D071498FDAD4}" type="pres">
      <dgm:prSet presAssocID="{3EF9841D-72AA-41DD-88C4-2FE21682FA14}" presName="composite" presStyleCnt="0"/>
      <dgm:spPr/>
    </dgm:pt>
    <dgm:pt modelId="{D01D6E2A-6943-47FF-806B-0BE5CAD8D2DE}" type="pres">
      <dgm:prSet presAssocID="{3EF9841D-72AA-41DD-88C4-2FE21682FA14}" presName="parTx" presStyleLbl="alignNode1" presStyleIdx="0" presStyleCnt="3">
        <dgm:presLayoutVars>
          <dgm:chMax val="0"/>
          <dgm:chPref val="0"/>
        </dgm:presLayoutVars>
      </dgm:prSet>
      <dgm:spPr/>
    </dgm:pt>
    <dgm:pt modelId="{88F8CC57-539C-4702-8CBC-579FF4AEBD0D}" type="pres">
      <dgm:prSet presAssocID="{3EF9841D-72AA-41DD-88C4-2FE21682FA14}" presName="desTx" presStyleLbl="alignAccFollowNode1" presStyleIdx="0" presStyleCnt="3">
        <dgm:presLayoutVars/>
      </dgm:prSet>
      <dgm:spPr/>
    </dgm:pt>
    <dgm:pt modelId="{3DBCFB20-A326-45E2-B195-2F31701132D6}" type="pres">
      <dgm:prSet presAssocID="{4AD379A5-B3B2-4123-BF32-E85A14062E53}" presName="space" presStyleCnt="0"/>
      <dgm:spPr/>
    </dgm:pt>
    <dgm:pt modelId="{D6B38370-D5E8-488A-BDB5-357AD7C50249}" type="pres">
      <dgm:prSet presAssocID="{CCD90466-9F7A-46AF-9D3D-12B493F90080}" presName="composite" presStyleCnt="0"/>
      <dgm:spPr/>
    </dgm:pt>
    <dgm:pt modelId="{9843CCD7-8B1F-4008-ADEA-2A4B16211322}" type="pres">
      <dgm:prSet presAssocID="{CCD90466-9F7A-46AF-9D3D-12B493F90080}" presName="parTx" presStyleLbl="alignNode1" presStyleIdx="1" presStyleCnt="3">
        <dgm:presLayoutVars>
          <dgm:chMax val="0"/>
          <dgm:chPref val="0"/>
        </dgm:presLayoutVars>
      </dgm:prSet>
      <dgm:spPr/>
    </dgm:pt>
    <dgm:pt modelId="{1EC369E7-FA00-4105-B9DC-DAFC75B809E6}" type="pres">
      <dgm:prSet presAssocID="{CCD90466-9F7A-46AF-9D3D-12B493F90080}" presName="desTx" presStyleLbl="alignAccFollowNode1" presStyleIdx="1" presStyleCnt="3">
        <dgm:presLayoutVars/>
      </dgm:prSet>
      <dgm:spPr/>
    </dgm:pt>
    <dgm:pt modelId="{060B8A74-976F-4A7E-ABBC-0ED8259DAE66}" type="pres">
      <dgm:prSet presAssocID="{BEF734BE-E42A-47CB-A335-AD9F4900CDA8}" presName="space" presStyleCnt="0"/>
      <dgm:spPr/>
    </dgm:pt>
    <dgm:pt modelId="{77C5C5EE-BC21-4A92-88FD-68C0665D6C3D}" type="pres">
      <dgm:prSet presAssocID="{2AA404D1-5494-4815-ADB2-18CE1B3C518B}" presName="composite" presStyleCnt="0"/>
      <dgm:spPr/>
    </dgm:pt>
    <dgm:pt modelId="{5A2C7019-DEC6-4F70-BC65-6D5FDAE164D1}" type="pres">
      <dgm:prSet presAssocID="{2AA404D1-5494-4815-ADB2-18CE1B3C518B}" presName="parTx" presStyleLbl="alignNode1" presStyleIdx="2" presStyleCnt="3">
        <dgm:presLayoutVars>
          <dgm:chMax val="0"/>
          <dgm:chPref val="0"/>
        </dgm:presLayoutVars>
      </dgm:prSet>
      <dgm:spPr/>
    </dgm:pt>
    <dgm:pt modelId="{60D8E1B2-20C5-4F00-A9A2-1E45912F0A49}" type="pres">
      <dgm:prSet presAssocID="{2AA404D1-5494-4815-ADB2-18CE1B3C518B}" presName="desTx" presStyleLbl="alignAccFollowNode1" presStyleIdx="2" presStyleCnt="3">
        <dgm:presLayoutVars/>
      </dgm:prSet>
      <dgm:spPr/>
    </dgm:pt>
  </dgm:ptLst>
  <dgm:cxnLst>
    <dgm:cxn modelId="{228AC602-B4A7-4E55-BEFD-730E0F786BBA}" srcId="{F98A506F-59D5-4706-9EEE-C18C62B385B1}" destId="{2AA404D1-5494-4815-ADB2-18CE1B3C518B}" srcOrd="2" destOrd="0" parTransId="{C1813299-8F62-4B1B-B3C5-F1225A314C31}" sibTransId="{A98139F6-E195-4C0F-8434-DECA27B4C1C7}"/>
    <dgm:cxn modelId="{690DBB37-0D90-415A-9D17-26ADE923B8E3}" type="presOf" srcId="{D9AC5563-C040-449C-982B-5375E742ABE8}" destId="{60D8E1B2-20C5-4F00-A9A2-1E45912F0A49}" srcOrd="0" destOrd="0" presId="urn:microsoft.com/office/officeart/2016/7/layout/ChevronBlockProcess"/>
    <dgm:cxn modelId="{0125B739-C009-4F4C-A926-C522C4479F99}" type="presOf" srcId="{E6B249A0-7104-4498-A789-158A62EB02B0}" destId="{88F8CC57-539C-4702-8CBC-579FF4AEBD0D}" srcOrd="0" destOrd="0" presId="urn:microsoft.com/office/officeart/2016/7/layout/ChevronBlockProcess"/>
    <dgm:cxn modelId="{EE9CD43B-B8EA-4C36-963C-A1C6C1510946}" srcId="{CCD90466-9F7A-46AF-9D3D-12B493F90080}" destId="{94D8A418-DB8E-4BD4-9494-A256D6A0A727}" srcOrd="0" destOrd="0" parTransId="{00AB22B9-979A-4499-80FA-8F6C3501A1A3}" sibTransId="{5EB95F8F-D0F4-4F3C-A826-EE6295629861}"/>
    <dgm:cxn modelId="{19E1B441-4897-4E7F-9CEC-61B9887A5BF0}" srcId="{2AA404D1-5494-4815-ADB2-18CE1B3C518B}" destId="{D9AC5563-C040-449C-982B-5375E742ABE8}" srcOrd="0" destOrd="0" parTransId="{3159CD9D-4C54-4C20-A65F-D10E47184577}" sibTransId="{4022A69E-F567-46A5-80CF-D89415A4F9D2}"/>
    <dgm:cxn modelId="{02962A66-71DA-4D18-B1BD-30C5A0F4F768}" type="presOf" srcId="{94D8A418-DB8E-4BD4-9494-A256D6A0A727}" destId="{1EC369E7-FA00-4105-B9DC-DAFC75B809E6}" srcOrd="0" destOrd="0" presId="urn:microsoft.com/office/officeart/2016/7/layout/ChevronBlockProcess"/>
    <dgm:cxn modelId="{B887E8AD-B882-480B-9469-B37273EC43FD}" srcId="{3EF9841D-72AA-41DD-88C4-2FE21682FA14}" destId="{E6B249A0-7104-4498-A789-158A62EB02B0}" srcOrd="0" destOrd="0" parTransId="{13174751-C7F5-4AEC-9DCA-8DF2E7280345}" sibTransId="{A4067EA9-4512-49F7-BE98-A48FD312A109}"/>
    <dgm:cxn modelId="{0CEAD0B2-7DDC-42E1-8961-FBFA43C9DC2B}" type="presOf" srcId="{2AA404D1-5494-4815-ADB2-18CE1B3C518B}" destId="{5A2C7019-DEC6-4F70-BC65-6D5FDAE164D1}" srcOrd="0" destOrd="0" presId="urn:microsoft.com/office/officeart/2016/7/layout/ChevronBlockProcess"/>
    <dgm:cxn modelId="{DC4889B9-1F5C-4779-ACC9-280C51129369}" srcId="{F98A506F-59D5-4706-9EEE-C18C62B385B1}" destId="{CCD90466-9F7A-46AF-9D3D-12B493F90080}" srcOrd="1" destOrd="0" parTransId="{78FC5F77-1D62-4A13-A5F1-28D7E3A047DE}" sibTransId="{BEF734BE-E42A-47CB-A335-AD9F4900CDA8}"/>
    <dgm:cxn modelId="{9EEDE0BD-9656-4E8E-A5AA-DC7C4A23DEAC}" type="presOf" srcId="{CCD90466-9F7A-46AF-9D3D-12B493F90080}" destId="{9843CCD7-8B1F-4008-ADEA-2A4B16211322}" srcOrd="0" destOrd="0" presId="urn:microsoft.com/office/officeart/2016/7/layout/ChevronBlockProcess"/>
    <dgm:cxn modelId="{6A3DBFC1-AD4A-4614-A381-B9EB21C6A2D1}" srcId="{F98A506F-59D5-4706-9EEE-C18C62B385B1}" destId="{3EF9841D-72AA-41DD-88C4-2FE21682FA14}" srcOrd="0" destOrd="0" parTransId="{4C0C2083-3364-4F4D-8D81-B18C17BDE47E}" sibTransId="{4AD379A5-B3B2-4123-BF32-E85A14062E53}"/>
    <dgm:cxn modelId="{CB269FF9-6DDA-467E-904D-3F45936C100D}" type="presOf" srcId="{3EF9841D-72AA-41DD-88C4-2FE21682FA14}" destId="{D01D6E2A-6943-47FF-806B-0BE5CAD8D2DE}" srcOrd="0" destOrd="0" presId="urn:microsoft.com/office/officeart/2016/7/layout/ChevronBlockProcess"/>
    <dgm:cxn modelId="{500BE4FD-44BF-433C-A545-238864E3E780}" type="presOf" srcId="{F98A506F-59D5-4706-9EEE-C18C62B385B1}" destId="{F26DC266-80C6-468B-9CE4-C9DC4A7EDEB4}" srcOrd="0" destOrd="0" presId="urn:microsoft.com/office/officeart/2016/7/layout/ChevronBlockProcess"/>
    <dgm:cxn modelId="{C9DD82CD-7F6E-44DA-8FF1-DF16214D9B97}" type="presParOf" srcId="{F26DC266-80C6-468B-9CE4-C9DC4A7EDEB4}" destId="{EEC2F16C-64ED-4479-BF45-D071498FDAD4}" srcOrd="0" destOrd="0" presId="urn:microsoft.com/office/officeart/2016/7/layout/ChevronBlockProcess"/>
    <dgm:cxn modelId="{5618B47C-71D7-4FDD-AF4A-E4BC1492613F}" type="presParOf" srcId="{EEC2F16C-64ED-4479-BF45-D071498FDAD4}" destId="{D01D6E2A-6943-47FF-806B-0BE5CAD8D2DE}" srcOrd="0" destOrd="0" presId="urn:microsoft.com/office/officeart/2016/7/layout/ChevronBlockProcess"/>
    <dgm:cxn modelId="{AC6C1142-CDAB-414F-9A46-32BB5F170819}" type="presParOf" srcId="{EEC2F16C-64ED-4479-BF45-D071498FDAD4}" destId="{88F8CC57-539C-4702-8CBC-579FF4AEBD0D}" srcOrd="1" destOrd="0" presId="urn:microsoft.com/office/officeart/2016/7/layout/ChevronBlockProcess"/>
    <dgm:cxn modelId="{D4EE5C47-12F3-471D-925D-FF7CBCED6171}" type="presParOf" srcId="{F26DC266-80C6-468B-9CE4-C9DC4A7EDEB4}" destId="{3DBCFB20-A326-45E2-B195-2F31701132D6}" srcOrd="1" destOrd="0" presId="urn:microsoft.com/office/officeart/2016/7/layout/ChevronBlockProcess"/>
    <dgm:cxn modelId="{0A424A3E-B869-4AB6-AAEE-FA91B6E2A748}" type="presParOf" srcId="{F26DC266-80C6-468B-9CE4-C9DC4A7EDEB4}" destId="{D6B38370-D5E8-488A-BDB5-357AD7C50249}" srcOrd="2" destOrd="0" presId="urn:microsoft.com/office/officeart/2016/7/layout/ChevronBlockProcess"/>
    <dgm:cxn modelId="{004AEEEF-6F63-4A75-93DA-9CF7ABB86A02}" type="presParOf" srcId="{D6B38370-D5E8-488A-BDB5-357AD7C50249}" destId="{9843CCD7-8B1F-4008-ADEA-2A4B16211322}" srcOrd="0" destOrd="0" presId="urn:microsoft.com/office/officeart/2016/7/layout/ChevronBlockProcess"/>
    <dgm:cxn modelId="{141E1BA0-606E-4BAC-8502-855E18AD6059}" type="presParOf" srcId="{D6B38370-D5E8-488A-BDB5-357AD7C50249}" destId="{1EC369E7-FA00-4105-B9DC-DAFC75B809E6}" srcOrd="1" destOrd="0" presId="urn:microsoft.com/office/officeart/2016/7/layout/ChevronBlockProcess"/>
    <dgm:cxn modelId="{90E0A725-A94E-4F42-94C1-E40039C1511A}" type="presParOf" srcId="{F26DC266-80C6-468B-9CE4-C9DC4A7EDEB4}" destId="{060B8A74-976F-4A7E-ABBC-0ED8259DAE66}" srcOrd="3" destOrd="0" presId="urn:microsoft.com/office/officeart/2016/7/layout/ChevronBlockProcess"/>
    <dgm:cxn modelId="{6FCFAD6F-E5EE-437D-B359-4FB444EA362A}" type="presParOf" srcId="{F26DC266-80C6-468B-9CE4-C9DC4A7EDEB4}" destId="{77C5C5EE-BC21-4A92-88FD-68C0665D6C3D}" srcOrd="4" destOrd="0" presId="urn:microsoft.com/office/officeart/2016/7/layout/ChevronBlockProcess"/>
    <dgm:cxn modelId="{C24CBFBA-EB90-4C44-878F-2D81960D093B}" type="presParOf" srcId="{77C5C5EE-BC21-4A92-88FD-68C0665D6C3D}" destId="{5A2C7019-DEC6-4F70-BC65-6D5FDAE164D1}" srcOrd="0" destOrd="0" presId="urn:microsoft.com/office/officeart/2016/7/layout/ChevronBlockProcess"/>
    <dgm:cxn modelId="{F7CC6A81-F389-4BDC-BC90-25D6A7A3FBE8}" type="presParOf" srcId="{77C5C5EE-BC21-4A92-88FD-68C0665D6C3D}" destId="{60D8E1B2-20C5-4F00-A9A2-1E45912F0A49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CC09B2-D577-4381-959A-0DC93297B17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ECB0AD-6D9A-4D21-A2E7-D6ED7C398B85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Still voting after timer went off</a:t>
          </a:r>
        </a:p>
      </dgm:t>
    </dgm:pt>
    <dgm:pt modelId="{C4FA8E7A-CE9B-4BAE-AB41-7E7EC07FA542}" type="parTrans" cxnId="{619CF45D-4D59-4C10-A465-E18E56FAE30D}">
      <dgm:prSet/>
      <dgm:spPr/>
      <dgm:t>
        <a:bodyPr/>
        <a:lstStyle/>
        <a:p>
          <a:endParaRPr lang="en-US"/>
        </a:p>
      </dgm:t>
    </dgm:pt>
    <dgm:pt modelId="{77733D6D-AF5A-4580-A48D-8AB8A533EED7}" type="sibTrans" cxnId="{619CF45D-4D59-4C10-A465-E18E56FAE30D}">
      <dgm:prSet/>
      <dgm:spPr/>
      <dgm:t>
        <a:bodyPr/>
        <a:lstStyle/>
        <a:p>
          <a:endParaRPr lang="en-US"/>
        </a:p>
      </dgm:t>
    </dgm:pt>
    <dgm:pt modelId="{F00CE86C-A407-4769-9C7B-B8E1BAFA1D8C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Added server side block for vote after timer ended</a:t>
          </a:r>
        </a:p>
      </dgm:t>
    </dgm:pt>
    <dgm:pt modelId="{4CE41173-203D-432F-92C8-EB6515335007}" type="parTrans" cxnId="{252708AD-DF7F-4016-8B0F-E0E09CC5AD6F}">
      <dgm:prSet/>
      <dgm:spPr/>
      <dgm:t>
        <a:bodyPr/>
        <a:lstStyle/>
        <a:p>
          <a:endParaRPr lang="en-US"/>
        </a:p>
      </dgm:t>
    </dgm:pt>
    <dgm:pt modelId="{ED2E19D0-4D16-4A5A-B341-7F9F87F067FA}" type="sibTrans" cxnId="{252708AD-DF7F-4016-8B0F-E0E09CC5AD6F}">
      <dgm:prSet/>
      <dgm:spPr/>
      <dgm:t>
        <a:bodyPr/>
        <a:lstStyle/>
        <a:p>
          <a:endParaRPr lang="en-US"/>
        </a:p>
      </dgm:t>
    </dgm:pt>
    <dgm:pt modelId="{85E05889-DE00-4D37-94DD-CFE392CD3E25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Added </a:t>
          </a:r>
          <a:r>
            <a:rPr lang="en-US" dirty="0" err="1"/>
            <a:t>votingActive</a:t>
          </a:r>
          <a:endParaRPr lang="en-US" dirty="0"/>
        </a:p>
      </dgm:t>
    </dgm:pt>
    <dgm:pt modelId="{4729A6B3-48F0-4C11-942B-0133C3C08E0C}" type="parTrans" cxnId="{C749AB17-E1AB-4F87-BC29-306FC4BD78E8}">
      <dgm:prSet/>
      <dgm:spPr/>
      <dgm:t>
        <a:bodyPr/>
        <a:lstStyle/>
        <a:p>
          <a:endParaRPr lang="en-US"/>
        </a:p>
      </dgm:t>
    </dgm:pt>
    <dgm:pt modelId="{0FCDFD6A-906D-4B50-8E8F-CD6234D4ECD9}" type="sibTrans" cxnId="{C749AB17-E1AB-4F87-BC29-306FC4BD78E8}">
      <dgm:prSet/>
      <dgm:spPr/>
      <dgm:t>
        <a:bodyPr/>
        <a:lstStyle/>
        <a:p>
          <a:endParaRPr lang="en-US"/>
        </a:p>
      </dgm:t>
    </dgm:pt>
    <dgm:pt modelId="{12D4E6DC-78B0-4FCA-B145-2FABB646E8BE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Winner UI still repeating</a:t>
          </a:r>
        </a:p>
      </dgm:t>
    </dgm:pt>
    <dgm:pt modelId="{C30961DD-9D97-4D02-9653-01FB3303C30C}" type="parTrans" cxnId="{38A0B1E3-17EE-4BF7-8F55-ECF0C0B7FFC0}">
      <dgm:prSet/>
      <dgm:spPr/>
      <dgm:t>
        <a:bodyPr/>
        <a:lstStyle/>
        <a:p>
          <a:endParaRPr lang="en-US"/>
        </a:p>
      </dgm:t>
    </dgm:pt>
    <dgm:pt modelId="{F2D7DB28-15F9-4FA6-99DE-ECC2404B4548}" type="sibTrans" cxnId="{38A0B1E3-17EE-4BF7-8F55-ECF0C0B7FFC0}">
      <dgm:prSet/>
      <dgm:spPr/>
      <dgm:t>
        <a:bodyPr/>
        <a:lstStyle/>
        <a:p>
          <a:endParaRPr lang="en-US"/>
        </a:p>
      </dgm:t>
    </dgm:pt>
    <dgm:pt modelId="{C0C31A4B-4AB7-415A-A287-E473377A7451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Added </a:t>
          </a:r>
          <a:r>
            <a:rPr lang="en-US" dirty="0" err="1"/>
            <a:t>votingActive</a:t>
          </a:r>
          <a:r>
            <a:rPr lang="en-US" dirty="0"/>
            <a:t> to </a:t>
          </a:r>
          <a:r>
            <a:rPr lang="en-US" dirty="0" err="1"/>
            <a:t>setInterval</a:t>
          </a:r>
          <a:r>
            <a:rPr lang="en-US" dirty="0"/>
            <a:t> on index.js</a:t>
          </a:r>
        </a:p>
      </dgm:t>
    </dgm:pt>
    <dgm:pt modelId="{BA03A9D1-3E82-4C86-BE07-97FE649C6A30}" type="parTrans" cxnId="{BEBC2303-448E-4C7A-8696-D93FBBFF76FE}">
      <dgm:prSet/>
      <dgm:spPr/>
      <dgm:t>
        <a:bodyPr/>
        <a:lstStyle/>
        <a:p>
          <a:endParaRPr lang="en-US"/>
        </a:p>
      </dgm:t>
    </dgm:pt>
    <dgm:pt modelId="{23359E4F-45C8-4BD5-9039-621A1BD8D113}" type="sibTrans" cxnId="{BEBC2303-448E-4C7A-8696-D93FBBFF76FE}">
      <dgm:prSet/>
      <dgm:spPr/>
      <dgm:t>
        <a:bodyPr/>
        <a:lstStyle/>
        <a:p>
          <a:endParaRPr lang="en-US"/>
        </a:p>
      </dgm:t>
    </dgm:pt>
    <dgm:pt modelId="{D15243F7-32D6-47EC-BC00-95861A30333F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Winner only show once</a:t>
          </a:r>
        </a:p>
      </dgm:t>
    </dgm:pt>
    <dgm:pt modelId="{1C54DF22-6A99-4C77-AA06-606B4F84707D}" type="parTrans" cxnId="{BAFE136D-3C97-4B76-8DD7-F3E63F59E8C7}">
      <dgm:prSet/>
      <dgm:spPr/>
      <dgm:t>
        <a:bodyPr/>
        <a:lstStyle/>
        <a:p>
          <a:endParaRPr lang="en-US"/>
        </a:p>
      </dgm:t>
    </dgm:pt>
    <dgm:pt modelId="{5E3D4174-6F91-4CE3-91D5-B8BD4D620D6F}" type="sibTrans" cxnId="{BAFE136D-3C97-4B76-8DD7-F3E63F59E8C7}">
      <dgm:prSet/>
      <dgm:spPr/>
      <dgm:t>
        <a:bodyPr/>
        <a:lstStyle/>
        <a:p>
          <a:endParaRPr lang="en-US"/>
        </a:p>
      </dgm:t>
    </dgm:pt>
    <dgm:pt modelId="{AD44BE38-725C-4696-97E2-1DD3EC271B12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Event name mismatch</a:t>
          </a:r>
        </a:p>
      </dgm:t>
    </dgm:pt>
    <dgm:pt modelId="{C4079A9E-FA59-4EA6-86D6-209017E7E73B}" type="parTrans" cxnId="{356AF96E-D6E9-4256-A8EE-9389D36C91F1}">
      <dgm:prSet/>
      <dgm:spPr/>
      <dgm:t>
        <a:bodyPr/>
        <a:lstStyle/>
        <a:p>
          <a:endParaRPr lang="en-US"/>
        </a:p>
      </dgm:t>
    </dgm:pt>
    <dgm:pt modelId="{28CE764D-C7E0-4E42-905C-2E5EF4A4BDC8}" type="sibTrans" cxnId="{356AF96E-D6E9-4256-A8EE-9389D36C91F1}">
      <dgm:prSet/>
      <dgm:spPr/>
      <dgm:t>
        <a:bodyPr/>
        <a:lstStyle/>
        <a:p>
          <a:endParaRPr lang="en-US"/>
        </a:p>
      </dgm:t>
    </dgm:pt>
    <dgm:pt modelId="{C6FFAE24-0493-4129-9854-05FA82F0A4DF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updateVote</a:t>
          </a:r>
          <a:r>
            <a:rPr lang="en-US" dirty="0"/>
            <a:t> vs </a:t>
          </a:r>
          <a:r>
            <a:rPr lang="en-US" dirty="0" err="1"/>
            <a:t>updateVotes</a:t>
          </a:r>
          <a:endParaRPr lang="en-US" dirty="0"/>
        </a:p>
      </dgm:t>
    </dgm:pt>
    <dgm:pt modelId="{97FBC875-DD32-48D1-B2F1-E1256063959B}" type="parTrans" cxnId="{D2578755-B815-4104-855C-DCC22FEF5101}">
      <dgm:prSet/>
      <dgm:spPr/>
      <dgm:t>
        <a:bodyPr/>
        <a:lstStyle/>
        <a:p>
          <a:endParaRPr lang="en-US"/>
        </a:p>
      </dgm:t>
    </dgm:pt>
    <dgm:pt modelId="{88278359-6175-44C4-9D7E-3F5E046FC649}" type="sibTrans" cxnId="{D2578755-B815-4104-855C-DCC22FEF5101}">
      <dgm:prSet/>
      <dgm:spPr/>
      <dgm:t>
        <a:bodyPr/>
        <a:lstStyle/>
        <a:p>
          <a:endParaRPr lang="en-US"/>
        </a:p>
      </dgm:t>
    </dgm:pt>
    <dgm:pt modelId="{37225586-48FA-4831-9B00-FB8E7DA0E480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Review all event name for constant naming convection</a:t>
          </a:r>
        </a:p>
      </dgm:t>
    </dgm:pt>
    <dgm:pt modelId="{076BC5DC-C369-4290-99CE-7AAF8193E4DF}" type="parTrans" cxnId="{3AAA3242-7CAF-42F6-88B9-1A5749F26DCA}">
      <dgm:prSet/>
      <dgm:spPr/>
      <dgm:t>
        <a:bodyPr/>
        <a:lstStyle/>
        <a:p>
          <a:endParaRPr lang="en-US"/>
        </a:p>
      </dgm:t>
    </dgm:pt>
    <dgm:pt modelId="{39FC1B81-623C-4307-9DE9-0B946C3299ED}" type="sibTrans" cxnId="{3AAA3242-7CAF-42F6-88B9-1A5749F26DCA}">
      <dgm:prSet/>
      <dgm:spPr/>
      <dgm:t>
        <a:bodyPr/>
        <a:lstStyle/>
        <a:p>
          <a:endParaRPr lang="en-US"/>
        </a:p>
      </dgm:t>
    </dgm:pt>
    <dgm:pt modelId="{322E13FB-93C1-44C1-834B-682DE3B59C56}" type="pres">
      <dgm:prSet presAssocID="{EBCC09B2-D577-4381-959A-0DC93297B17F}" presName="root" presStyleCnt="0">
        <dgm:presLayoutVars>
          <dgm:dir/>
          <dgm:resizeHandles val="exact"/>
        </dgm:presLayoutVars>
      </dgm:prSet>
      <dgm:spPr/>
    </dgm:pt>
    <dgm:pt modelId="{258CB000-C71F-4568-9A1C-B8293EF0F1D4}" type="pres">
      <dgm:prSet presAssocID="{CCECB0AD-6D9A-4D21-A2E7-D6ED7C398B85}" presName="compNode" presStyleCnt="0"/>
      <dgm:spPr/>
    </dgm:pt>
    <dgm:pt modelId="{302BCBE5-7ED1-44E2-B89E-7300B37E9769}" type="pres">
      <dgm:prSet presAssocID="{CCECB0AD-6D9A-4D21-A2E7-D6ED7C398B85}" presName="bgRect" presStyleLbl="bgShp" presStyleIdx="0" presStyleCnt="3"/>
      <dgm:spPr/>
    </dgm:pt>
    <dgm:pt modelId="{B0C9E4B7-B151-42E6-8A7D-03615D018EEE}" type="pres">
      <dgm:prSet presAssocID="{CCECB0AD-6D9A-4D21-A2E7-D6ED7C398B8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BD5F41C-46E8-4020-9087-5A584DA05004}" type="pres">
      <dgm:prSet presAssocID="{CCECB0AD-6D9A-4D21-A2E7-D6ED7C398B85}" presName="spaceRect" presStyleCnt="0"/>
      <dgm:spPr/>
    </dgm:pt>
    <dgm:pt modelId="{6D313AA5-8802-4AC6-8C84-FD1FAABC8340}" type="pres">
      <dgm:prSet presAssocID="{CCECB0AD-6D9A-4D21-A2E7-D6ED7C398B85}" presName="parTx" presStyleLbl="revTx" presStyleIdx="0" presStyleCnt="6">
        <dgm:presLayoutVars>
          <dgm:chMax val="0"/>
          <dgm:chPref val="0"/>
        </dgm:presLayoutVars>
      </dgm:prSet>
      <dgm:spPr/>
    </dgm:pt>
    <dgm:pt modelId="{014DE450-17A5-40F7-A366-5C89BC65DED6}" type="pres">
      <dgm:prSet presAssocID="{CCECB0AD-6D9A-4D21-A2E7-D6ED7C398B85}" presName="desTx" presStyleLbl="revTx" presStyleIdx="1" presStyleCnt="6">
        <dgm:presLayoutVars/>
      </dgm:prSet>
      <dgm:spPr/>
    </dgm:pt>
    <dgm:pt modelId="{EC880797-6801-4BD0-8F3D-E7FE0584B9CD}" type="pres">
      <dgm:prSet presAssocID="{77733D6D-AF5A-4580-A48D-8AB8A533EED7}" presName="sibTrans" presStyleCnt="0"/>
      <dgm:spPr/>
    </dgm:pt>
    <dgm:pt modelId="{1F78D91F-FB06-48BF-9A54-C531F10C3F99}" type="pres">
      <dgm:prSet presAssocID="{12D4E6DC-78B0-4FCA-B145-2FABB646E8BE}" presName="compNode" presStyleCnt="0"/>
      <dgm:spPr/>
    </dgm:pt>
    <dgm:pt modelId="{734DB7B4-7250-405A-956E-1A665DBDA478}" type="pres">
      <dgm:prSet presAssocID="{12D4E6DC-78B0-4FCA-B145-2FABB646E8BE}" presName="bgRect" presStyleLbl="bgShp" presStyleIdx="1" presStyleCnt="3"/>
      <dgm:spPr/>
    </dgm:pt>
    <dgm:pt modelId="{6CEF453D-B008-4077-BA88-625A3B382155}" type="pres">
      <dgm:prSet presAssocID="{12D4E6DC-78B0-4FCA-B145-2FABB646E8B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7AAB8238-6BC9-46E4-BCC8-4D15A092F333}" type="pres">
      <dgm:prSet presAssocID="{12D4E6DC-78B0-4FCA-B145-2FABB646E8BE}" presName="spaceRect" presStyleCnt="0"/>
      <dgm:spPr/>
    </dgm:pt>
    <dgm:pt modelId="{F9E6126E-4EE5-4D96-855E-34325D5AF12C}" type="pres">
      <dgm:prSet presAssocID="{12D4E6DC-78B0-4FCA-B145-2FABB646E8BE}" presName="parTx" presStyleLbl="revTx" presStyleIdx="2" presStyleCnt="6">
        <dgm:presLayoutVars>
          <dgm:chMax val="0"/>
          <dgm:chPref val="0"/>
        </dgm:presLayoutVars>
      </dgm:prSet>
      <dgm:spPr/>
    </dgm:pt>
    <dgm:pt modelId="{1331893C-5E9A-4F83-B3A1-C371EF142525}" type="pres">
      <dgm:prSet presAssocID="{12D4E6DC-78B0-4FCA-B145-2FABB646E8BE}" presName="desTx" presStyleLbl="revTx" presStyleIdx="3" presStyleCnt="6">
        <dgm:presLayoutVars/>
      </dgm:prSet>
      <dgm:spPr/>
    </dgm:pt>
    <dgm:pt modelId="{B244841D-3669-4211-B573-A5819070390E}" type="pres">
      <dgm:prSet presAssocID="{F2D7DB28-15F9-4FA6-99DE-ECC2404B4548}" presName="sibTrans" presStyleCnt="0"/>
      <dgm:spPr/>
    </dgm:pt>
    <dgm:pt modelId="{3D3A1E0D-8650-47E2-A279-7D8481D8FC7A}" type="pres">
      <dgm:prSet presAssocID="{AD44BE38-725C-4696-97E2-1DD3EC271B12}" presName="compNode" presStyleCnt="0"/>
      <dgm:spPr/>
    </dgm:pt>
    <dgm:pt modelId="{61ED9414-8186-47DD-B39A-6F0C81F195BA}" type="pres">
      <dgm:prSet presAssocID="{AD44BE38-725C-4696-97E2-1DD3EC271B12}" presName="bgRect" presStyleLbl="bgShp" presStyleIdx="2" presStyleCnt="3"/>
      <dgm:spPr/>
    </dgm:pt>
    <dgm:pt modelId="{CB5DF399-CB11-4B87-AD38-3F2127C22EB7}" type="pres">
      <dgm:prSet presAssocID="{AD44BE38-725C-4696-97E2-1DD3EC271B1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8BA0D8C-67EB-4835-B176-1FA52F6CAD63}" type="pres">
      <dgm:prSet presAssocID="{AD44BE38-725C-4696-97E2-1DD3EC271B12}" presName="spaceRect" presStyleCnt="0"/>
      <dgm:spPr/>
    </dgm:pt>
    <dgm:pt modelId="{36B1F309-82E5-48EE-B0FC-D70E4F1A7945}" type="pres">
      <dgm:prSet presAssocID="{AD44BE38-725C-4696-97E2-1DD3EC271B12}" presName="parTx" presStyleLbl="revTx" presStyleIdx="4" presStyleCnt="6">
        <dgm:presLayoutVars>
          <dgm:chMax val="0"/>
          <dgm:chPref val="0"/>
        </dgm:presLayoutVars>
      </dgm:prSet>
      <dgm:spPr/>
    </dgm:pt>
    <dgm:pt modelId="{579E41B9-0CA2-421D-AD41-FBA76CB02832}" type="pres">
      <dgm:prSet presAssocID="{AD44BE38-725C-4696-97E2-1DD3EC271B12}" presName="desTx" presStyleLbl="revTx" presStyleIdx="5" presStyleCnt="6">
        <dgm:presLayoutVars/>
      </dgm:prSet>
      <dgm:spPr/>
    </dgm:pt>
  </dgm:ptLst>
  <dgm:cxnLst>
    <dgm:cxn modelId="{BEBC2303-448E-4C7A-8696-D93FBBFF76FE}" srcId="{12D4E6DC-78B0-4FCA-B145-2FABB646E8BE}" destId="{C0C31A4B-4AB7-415A-A287-E473377A7451}" srcOrd="0" destOrd="0" parTransId="{BA03A9D1-3E82-4C86-BE07-97FE649C6A30}" sibTransId="{23359E4F-45C8-4BD5-9039-621A1BD8D113}"/>
    <dgm:cxn modelId="{4D0F0B09-E303-4666-AB92-9E1C225B07DA}" type="presOf" srcId="{AD44BE38-725C-4696-97E2-1DD3EC271B12}" destId="{36B1F309-82E5-48EE-B0FC-D70E4F1A7945}" srcOrd="0" destOrd="0" presId="urn:microsoft.com/office/officeart/2018/2/layout/IconVerticalSolidList"/>
    <dgm:cxn modelId="{670E6F13-6E0B-4E29-BBCB-A53038921D30}" type="presOf" srcId="{C6FFAE24-0493-4129-9854-05FA82F0A4DF}" destId="{579E41B9-0CA2-421D-AD41-FBA76CB02832}" srcOrd="0" destOrd="0" presId="urn:microsoft.com/office/officeart/2018/2/layout/IconVerticalSolidList"/>
    <dgm:cxn modelId="{C749AB17-E1AB-4F87-BC29-306FC4BD78E8}" srcId="{CCECB0AD-6D9A-4D21-A2E7-D6ED7C398B85}" destId="{85E05889-DE00-4D37-94DD-CFE392CD3E25}" srcOrd="1" destOrd="0" parTransId="{4729A6B3-48F0-4C11-942B-0133C3C08E0C}" sibTransId="{0FCDFD6A-906D-4B50-8E8F-CD6234D4ECD9}"/>
    <dgm:cxn modelId="{2B4AA027-2CCD-4663-935C-5C3DB5D8E6E4}" type="presOf" srcId="{EBCC09B2-D577-4381-959A-0DC93297B17F}" destId="{322E13FB-93C1-44C1-834B-682DE3B59C56}" srcOrd="0" destOrd="0" presId="urn:microsoft.com/office/officeart/2018/2/layout/IconVerticalSolidList"/>
    <dgm:cxn modelId="{05F7CC2B-59CC-47B3-AD8B-BBC9DCBB68B4}" type="presOf" srcId="{D15243F7-32D6-47EC-BC00-95861A30333F}" destId="{1331893C-5E9A-4F83-B3A1-C371EF142525}" srcOrd="0" destOrd="1" presId="urn:microsoft.com/office/officeart/2018/2/layout/IconVerticalSolidList"/>
    <dgm:cxn modelId="{CB2F6831-9D88-4EC9-9A71-C237E28BFE34}" type="presOf" srcId="{CCECB0AD-6D9A-4D21-A2E7-D6ED7C398B85}" destId="{6D313AA5-8802-4AC6-8C84-FD1FAABC8340}" srcOrd="0" destOrd="0" presId="urn:microsoft.com/office/officeart/2018/2/layout/IconVerticalSolidList"/>
    <dgm:cxn modelId="{74603636-D2E4-4B13-941A-F70309E8938D}" type="presOf" srcId="{C0C31A4B-4AB7-415A-A287-E473377A7451}" destId="{1331893C-5E9A-4F83-B3A1-C371EF142525}" srcOrd="0" destOrd="0" presId="urn:microsoft.com/office/officeart/2018/2/layout/IconVerticalSolidList"/>
    <dgm:cxn modelId="{9458125C-BD2E-4339-AB8B-8D94A2B58210}" type="presOf" srcId="{37225586-48FA-4831-9B00-FB8E7DA0E480}" destId="{579E41B9-0CA2-421D-AD41-FBA76CB02832}" srcOrd="0" destOrd="1" presId="urn:microsoft.com/office/officeart/2018/2/layout/IconVerticalSolidList"/>
    <dgm:cxn modelId="{619CF45D-4D59-4C10-A465-E18E56FAE30D}" srcId="{EBCC09B2-D577-4381-959A-0DC93297B17F}" destId="{CCECB0AD-6D9A-4D21-A2E7-D6ED7C398B85}" srcOrd="0" destOrd="0" parTransId="{C4FA8E7A-CE9B-4BAE-AB41-7E7EC07FA542}" sibTransId="{77733D6D-AF5A-4580-A48D-8AB8A533EED7}"/>
    <dgm:cxn modelId="{3AAA3242-7CAF-42F6-88B9-1A5749F26DCA}" srcId="{AD44BE38-725C-4696-97E2-1DD3EC271B12}" destId="{37225586-48FA-4831-9B00-FB8E7DA0E480}" srcOrd="1" destOrd="0" parTransId="{076BC5DC-C369-4290-99CE-7AAF8193E4DF}" sibTransId="{39FC1B81-623C-4307-9DE9-0B946C3299ED}"/>
    <dgm:cxn modelId="{BAFE136D-3C97-4B76-8DD7-F3E63F59E8C7}" srcId="{12D4E6DC-78B0-4FCA-B145-2FABB646E8BE}" destId="{D15243F7-32D6-47EC-BC00-95861A30333F}" srcOrd="1" destOrd="0" parTransId="{1C54DF22-6A99-4C77-AA06-606B4F84707D}" sibTransId="{5E3D4174-6F91-4CE3-91D5-B8BD4D620D6F}"/>
    <dgm:cxn modelId="{356AF96E-D6E9-4256-A8EE-9389D36C91F1}" srcId="{EBCC09B2-D577-4381-959A-0DC93297B17F}" destId="{AD44BE38-725C-4696-97E2-1DD3EC271B12}" srcOrd="2" destOrd="0" parTransId="{C4079A9E-FA59-4EA6-86D6-209017E7E73B}" sibTransId="{28CE764D-C7E0-4E42-905C-2E5EF4A4BDC8}"/>
    <dgm:cxn modelId="{D2578755-B815-4104-855C-DCC22FEF5101}" srcId="{AD44BE38-725C-4696-97E2-1DD3EC271B12}" destId="{C6FFAE24-0493-4129-9854-05FA82F0A4DF}" srcOrd="0" destOrd="0" parTransId="{97FBC875-DD32-48D1-B2F1-E1256063959B}" sibTransId="{88278359-6175-44C4-9D7E-3F5E046FC649}"/>
    <dgm:cxn modelId="{608FF48A-4A9E-4041-8927-86603EC07815}" type="presOf" srcId="{12D4E6DC-78B0-4FCA-B145-2FABB646E8BE}" destId="{F9E6126E-4EE5-4D96-855E-34325D5AF12C}" srcOrd="0" destOrd="0" presId="urn:microsoft.com/office/officeart/2018/2/layout/IconVerticalSolidList"/>
    <dgm:cxn modelId="{252708AD-DF7F-4016-8B0F-E0E09CC5AD6F}" srcId="{CCECB0AD-6D9A-4D21-A2E7-D6ED7C398B85}" destId="{F00CE86C-A407-4769-9C7B-B8E1BAFA1D8C}" srcOrd="0" destOrd="0" parTransId="{4CE41173-203D-432F-92C8-EB6515335007}" sibTransId="{ED2E19D0-4D16-4A5A-B341-7F9F87F067FA}"/>
    <dgm:cxn modelId="{1EE233C6-0CB3-41F7-ABB5-A31BA2C450DB}" type="presOf" srcId="{85E05889-DE00-4D37-94DD-CFE392CD3E25}" destId="{014DE450-17A5-40F7-A366-5C89BC65DED6}" srcOrd="0" destOrd="1" presId="urn:microsoft.com/office/officeart/2018/2/layout/IconVerticalSolidList"/>
    <dgm:cxn modelId="{38A0B1E3-17EE-4BF7-8F55-ECF0C0B7FFC0}" srcId="{EBCC09B2-D577-4381-959A-0DC93297B17F}" destId="{12D4E6DC-78B0-4FCA-B145-2FABB646E8BE}" srcOrd="1" destOrd="0" parTransId="{C30961DD-9D97-4D02-9653-01FB3303C30C}" sibTransId="{F2D7DB28-15F9-4FA6-99DE-ECC2404B4548}"/>
    <dgm:cxn modelId="{AAB25FF7-5027-4895-81FC-BBD86905F665}" type="presOf" srcId="{F00CE86C-A407-4769-9C7B-B8E1BAFA1D8C}" destId="{014DE450-17A5-40F7-A366-5C89BC65DED6}" srcOrd="0" destOrd="0" presId="urn:microsoft.com/office/officeart/2018/2/layout/IconVerticalSolidList"/>
    <dgm:cxn modelId="{5B09A142-B327-4AF8-A8F0-53F6129D7904}" type="presParOf" srcId="{322E13FB-93C1-44C1-834B-682DE3B59C56}" destId="{258CB000-C71F-4568-9A1C-B8293EF0F1D4}" srcOrd="0" destOrd="0" presId="urn:microsoft.com/office/officeart/2018/2/layout/IconVerticalSolidList"/>
    <dgm:cxn modelId="{DF897C01-1490-4EF1-BDB9-202A4C4F270B}" type="presParOf" srcId="{258CB000-C71F-4568-9A1C-B8293EF0F1D4}" destId="{302BCBE5-7ED1-44E2-B89E-7300B37E9769}" srcOrd="0" destOrd="0" presId="urn:microsoft.com/office/officeart/2018/2/layout/IconVerticalSolidList"/>
    <dgm:cxn modelId="{28F39866-F5D6-4D94-9FB3-4854756970E3}" type="presParOf" srcId="{258CB000-C71F-4568-9A1C-B8293EF0F1D4}" destId="{B0C9E4B7-B151-42E6-8A7D-03615D018EEE}" srcOrd="1" destOrd="0" presId="urn:microsoft.com/office/officeart/2018/2/layout/IconVerticalSolidList"/>
    <dgm:cxn modelId="{2567AEDF-F129-4117-B8E9-1CAFD8153C1B}" type="presParOf" srcId="{258CB000-C71F-4568-9A1C-B8293EF0F1D4}" destId="{DBD5F41C-46E8-4020-9087-5A584DA05004}" srcOrd="2" destOrd="0" presId="urn:microsoft.com/office/officeart/2018/2/layout/IconVerticalSolidList"/>
    <dgm:cxn modelId="{A5792AEF-26EC-46BA-8C4A-8A5FE9606AAB}" type="presParOf" srcId="{258CB000-C71F-4568-9A1C-B8293EF0F1D4}" destId="{6D313AA5-8802-4AC6-8C84-FD1FAABC8340}" srcOrd="3" destOrd="0" presId="urn:microsoft.com/office/officeart/2018/2/layout/IconVerticalSolidList"/>
    <dgm:cxn modelId="{6FF4F405-5A11-47E3-B2B7-32C8DD42408F}" type="presParOf" srcId="{258CB000-C71F-4568-9A1C-B8293EF0F1D4}" destId="{014DE450-17A5-40F7-A366-5C89BC65DED6}" srcOrd="4" destOrd="0" presId="urn:microsoft.com/office/officeart/2018/2/layout/IconVerticalSolidList"/>
    <dgm:cxn modelId="{33D75B24-F27C-4B8A-BA64-2F46454DE8B1}" type="presParOf" srcId="{322E13FB-93C1-44C1-834B-682DE3B59C56}" destId="{EC880797-6801-4BD0-8F3D-E7FE0584B9CD}" srcOrd="1" destOrd="0" presId="urn:microsoft.com/office/officeart/2018/2/layout/IconVerticalSolidList"/>
    <dgm:cxn modelId="{292F41A8-CBE9-4735-AF39-95D0AF4D091B}" type="presParOf" srcId="{322E13FB-93C1-44C1-834B-682DE3B59C56}" destId="{1F78D91F-FB06-48BF-9A54-C531F10C3F99}" srcOrd="2" destOrd="0" presId="urn:microsoft.com/office/officeart/2018/2/layout/IconVerticalSolidList"/>
    <dgm:cxn modelId="{6DC80BFA-FF83-40FF-8ECC-22B2DA0CBC20}" type="presParOf" srcId="{1F78D91F-FB06-48BF-9A54-C531F10C3F99}" destId="{734DB7B4-7250-405A-956E-1A665DBDA478}" srcOrd="0" destOrd="0" presId="urn:microsoft.com/office/officeart/2018/2/layout/IconVerticalSolidList"/>
    <dgm:cxn modelId="{935207B1-22E9-4DFA-8B66-224FA6FD30DE}" type="presParOf" srcId="{1F78D91F-FB06-48BF-9A54-C531F10C3F99}" destId="{6CEF453D-B008-4077-BA88-625A3B382155}" srcOrd="1" destOrd="0" presId="urn:microsoft.com/office/officeart/2018/2/layout/IconVerticalSolidList"/>
    <dgm:cxn modelId="{75DAA928-4485-4E70-9841-215437874FB0}" type="presParOf" srcId="{1F78D91F-FB06-48BF-9A54-C531F10C3F99}" destId="{7AAB8238-6BC9-46E4-BCC8-4D15A092F333}" srcOrd="2" destOrd="0" presId="urn:microsoft.com/office/officeart/2018/2/layout/IconVerticalSolidList"/>
    <dgm:cxn modelId="{D2D7BF0A-414A-432D-8D30-EF7B839FF189}" type="presParOf" srcId="{1F78D91F-FB06-48BF-9A54-C531F10C3F99}" destId="{F9E6126E-4EE5-4D96-855E-34325D5AF12C}" srcOrd="3" destOrd="0" presId="urn:microsoft.com/office/officeart/2018/2/layout/IconVerticalSolidList"/>
    <dgm:cxn modelId="{43DCABA0-DE34-452C-95E9-F77E24A45C3C}" type="presParOf" srcId="{1F78D91F-FB06-48BF-9A54-C531F10C3F99}" destId="{1331893C-5E9A-4F83-B3A1-C371EF142525}" srcOrd="4" destOrd="0" presId="urn:microsoft.com/office/officeart/2018/2/layout/IconVerticalSolidList"/>
    <dgm:cxn modelId="{87828936-FEDE-463C-8C09-CE5A9DA16A78}" type="presParOf" srcId="{322E13FB-93C1-44C1-834B-682DE3B59C56}" destId="{B244841D-3669-4211-B573-A5819070390E}" srcOrd="3" destOrd="0" presId="urn:microsoft.com/office/officeart/2018/2/layout/IconVerticalSolidList"/>
    <dgm:cxn modelId="{5B9D0257-F7A3-45A1-A9A5-7064A7A42964}" type="presParOf" srcId="{322E13FB-93C1-44C1-834B-682DE3B59C56}" destId="{3D3A1E0D-8650-47E2-A279-7D8481D8FC7A}" srcOrd="4" destOrd="0" presId="urn:microsoft.com/office/officeart/2018/2/layout/IconVerticalSolidList"/>
    <dgm:cxn modelId="{06A6499B-88A4-43F5-93C4-69F6F122BC00}" type="presParOf" srcId="{3D3A1E0D-8650-47E2-A279-7D8481D8FC7A}" destId="{61ED9414-8186-47DD-B39A-6F0C81F195BA}" srcOrd="0" destOrd="0" presId="urn:microsoft.com/office/officeart/2018/2/layout/IconVerticalSolidList"/>
    <dgm:cxn modelId="{7DB8283F-4E6B-480F-85C0-FEDF9986D05C}" type="presParOf" srcId="{3D3A1E0D-8650-47E2-A279-7D8481D8FC7A}" destId="{CB5DF399-CB11-4B87-AD38-3F2127C22EB7}" srcOrd="1" destOrd="0" presId="urn:microsoft.com/office/officeart/2018/2/layout/IconVerticalSolidList"/>
    <dgm:cxn modelId="{2B657113-6B46-4A5C-ACDA-58D1897A68A2}" type="presParOf" srcId="{3D3A1E0D-8650-47E2-A279-7D8481D8FC7A}" destId="{D8BA0D8C-67EB-4835-B176-1FA52F6CAD63}" srcOrd="2" destOrd="0" presId="urn:microsoft.com/office/officeart/2018/2/layout/IconVerticalSolidList"/>
    <dgm:cxn modelId="{34C9323F-D948-46FC-B978-3B267CA35B8F}" type="presParOf" srcId="{3D3A1E0D-8650-47E2-A279-7D8481D8FC7A}" destId="{36B1F309-82E5-48EE-B0FC-D70E4F1A7945}" srcOrd="3" destOrd="0" presId="urn:microsoft.com/office/officeart/2018/2/layout/IconVerticalSolidList"/>
    <dgm:cxn modelId="{20BFD509-BB63-401D-91A8-18B7A3E404DC}" type="presParOf" srcId="{3D3A1E0D-8650-47E2-A279-7D8481D8FC7A}" destId="{579E41B9-0CA2-421D-AD41-FBA76CB0283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3A490-6D15-4B54-BC49-7A3BEB14362B}">
      <dsp:nvSpPr>
        <dsp:cNvPr id="0" name=""/>
        <dsp:cNvSpPr/>
      </dsp:nvSpPr>
      <dsp:spPr>
        <a:xfrm>
          <a:off x="0" y="605994"/>
          <a:ext cx="4977578" cy="3685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Key Technologies Learned &amp; Reinforced: </a:t>
          </a:r>
          <a:endParaRPr lang="en-US" sz="1500" kern="1200"/>
        </a:p>
      </dsp:txBody>
      <dsp:txXfrm>
        <a:off x="17991" y="623985"/>
        <a:ext cx="4941596" cy="332567"/>
      </dsp:txXfrm>
    </dsp:sp>
    <dsp:sp modelId="{10D2F861-8ECE-4E84-B24E-FB7122D54452}">
      <dsp:nvSpPr>
        <dsp:cNvPr id="0" name=""/>
        <dsp:cNvSpPr/>
      </dsp:nvSpPr>
      <dsp:spPr>
        <a:xfrm>
          <a:off x="0" y="1017744"/>
          <a:ext cx="4977578" cy="36854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Node.js</a:t>
          </a:r>
          <a:r>
            <a:rPr lang="en-US" sz="1500" kern="1200"/>
            <a:t>- Sever runtime</a:t>
          </a:r>
        </a:p>
      </dsp:txBody>
      <dsp:txXfrm>
        <a:off x="17991" y="1035735"/>
        <a:ext cx="4941596" cy="332567"/>
      </dsp:txXfrm>
    </dsp:sp>
    <dsp:sp modelId="{7217126F-BF84-410D-A9B0-DDA44BC9CAFB}">
      <dsp:nvSpPr>
        <dsp:cNvPr id="0" name=""/>
        <dsp:cNvSpPr/>
      </dsp:nvSpPr>
      <dsp:spPr>
        <a:xfrm>
          <a:off x="0" y="1429494"/>
          <a:ext cx="4977578" cy="36854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Socket.IO</a:t>
          </a:r>
          <a:r>
            <a:rPr lang="en-US" sz="1500" kern="1200"/>
            <a:t>- For real-time communication on voting result</a:t>
          </a:r>
        </a:p>
      </dsp:txBody>
      <dsp:txXfrm>
        <a:off x="17991" y="1447485"/>
        <a:ext cx="4941596" cy="332567"/>
      </dsp:txXfrm>
    </dsp:sp>
    <dsp:sp modelId="{2461F8F2-7362-491D-9A4B-0EE986D983E1}">
      <dsp:nvSpPr>
        <dsp:cNvPr id="0" name=""/>
        <dsp:cNvSpPr/>
      </dsp:nvSpPr>
      <dsp:spPr>
        <a:xfrm>
          <a:off x="0" y="1841244"/>
          <a:ext cx="4977578" cy="36854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HTML</a:t>
          </a:r>
          <a:r>
            <a:rPr lang="en-US" sz="1500" kern="1200"/>
            <a:t>- UI structure </a:t>
          </a:r>
        </a:p>
      </dsp:txBody>
      <dsp:txXfrm>
        <a:off x="17991" y="1859235"/>
        <a:ext cx="4941596" cy="332567"/>
      </dsp:txXfrm>
    </dsp:sp>
    <dsp:sp modelId="{1B502388-39B1-48A6-A771-EC9A7E376904}">
      <dsp:nvSpPr>
        <dsp:cNvPr id="0" name=""/>
        <dsp:cNvSpPr/>
      </dsp:nvSpPr>
      <dsp:spPr>
        <a:xfrm>
          <a:off x="0" y="2252994"/>
          <a:ext cx="4977578" cy="368549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Bootstrap</a:t>
          </a:r>
          <a:r>
            <a:rPr lang="en-US" sz="1500" kern="1200"/>
            <a:t>- UI styling</a:t>
          </a:r>
        </a:p>
      </dsp:txBody>
      <dsp:txXfrm>
        <a:off x="17991" y="2270985"/>
        <a:ext cx="4941596" cy="332567"/>
      </dsp:txXfrm>
    </dsp:sp>
    <dsp:sp modelId="{7D4F2815-916D-4C2B-96EB-AFEC7BFBCE47}">
      <dsp:nvSpPr>
        <dsp:cNvPr id="0" name=""/>
        <dsp:cNvSpPr/>
      </dsp:nvSpPr>
      <dsp:spPr>
        <a:xfrm>
          <a:off x="0" y="2664744"/>
          <a:ext cx="4977578" cy="3685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JavaScript</a:t>
          </a:r>
          <a:r>
            <a:rPr lang="en-US" sz="1500" kern="1200"/>
            <a:t>- Client logic</a:t>
          </a:r>
        </a:p>
      </dsp:txBody>
      <dsp:txXfrm>
        <a:off x="17991" y="2682735"/>
        <a:ext cx="4941596" cy="3325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D6E2A-6943-47FF-806B-0BE5CAD8D2DE}">
      <dsp:nvSpPr>
        <dsp:cNvPr id="0" name=""/>
        <dsp:cNvSpPr/>
      </dsp:nvSpPr>
      <dsp:spPr>
        <a:xfrm>
          <a:off x="1798" y="727857"/>
          <a:ext cx="1674585" cy="502375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2029" tIns="62029" rIns="62029" bIns="6202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Allow</a:t>
          </a:r>
        </a:p>
      </dsp:txBody>
      <dsp:txXfrm>
        <a:off x="152511" y="727857"/>
        <a:ext cx="1373160" cy="502375"/>
      </dsp:txXfrm>
    </dsp:sp>
    <dsp:sp modelId="{88F8CC57-539C-4702-8CBC-579FF4AEBD0D}">
      <dsp:nvSpPr>
        <dsp:cNvPr id="0" name=""/>
        <dsp:cNvSpPr/>
      </dsp:nvSpPr>
      <dsp:spPr>
        <a:xfrm>
          <a:off x="1798" y="1230233"/>
          <a:ext cx="1523872" cy="168119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0" tIns="120420" rIns="120420" bIns="2408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Allow multiple user to vote simultaneously</a:t>
          </a:r>
        </a:p>
      </dsp:txBody>
      <dsp:txXfrm>
        <a:off x="1798" y="1230233"/>
        <a:ext cx="1523872" cy="1681197"/>
      </dsp:txXfrm>
    </dsp:sp>
    <dsp:sp modelId="{9843CCD7-8B1F-4008-ADEA-2A4B16211322}">
      <dsp:nvSpPr>
        <dsp:cNvPr id="0" name=""/>
        <dsp:cNvSpPr/>
      </dsp:nvSpPr>
      <dsp:spPr>
        <a:xfrm>
          <a:off x="1651496" y="727857"/>
          <a:ext cx="1674585" cy="502375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2029" tIns="62029" rIns="62029" bIns="6202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Display</a:t>
          </a:r>
        </a:p>
      </dsp:txBody>
      <dsp:txXfrm>
        <a:off x="1802209" y="727857"/>
        <a:ext cx="1373160" cy="502375"/>
      </dsp:txXfrm>
    </dsp:sp>
    <dsp:sp modelId="{1EC369E7-FA00-4105-B9DC-DAFC75B809E6}">
      <dsp:nvSpPr>
        <dsp:cNvPr id="0" name=""/>
        <dsp:cNvSpPr/>
      </dsp:nvSpPr>
      <dsp:spPr>
        <a:xfrm>
          <a:off x="1651496" y="1230233"/>
          <a:ext cx="1523872" cy="168119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0" tIns="120420" rIns="120420" bIns="2408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Display live results without page refresh</a:t>
          </a:r>
        </a:p>
      </dsp:txBody>
      <dsp:txXfrm>
        <a:off x="1651496" y="1230233"/>
        <a:ext cx="1523872" cy="1681197"/>
      </dsp:txXfrm>
    </dsp:sp>
    <dsp:sp modelId="{5A2C7019-DEC6-4F70-BC65-6D5FDAE164D1}">
      <dsp:nvSpPr>
        <dsp:cNvPr id="0" name=""/>
        <dsp:cNvSpPr/>
      </dsp:nvSpPr>
      <dsp:spPr>
        <a:xfrm>
          <a:off x="3301193" y="727857"/>
          <a:ext cx="1674585" cy="502375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2029" tIns="62029" rIns="62029" bIns="6202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</a:t>
          </a:r>
        </a:p>
      </dsp:txBody>
      <dsp:txXfrm>
        <a:off x="3451906" y="727857"/>
        <a:ext cx="1373160" cy="502375"/>
      </dsp:txXfrm>
    </dsp:sp>
    <dsp:sp modelId="{60D8E1B2-20C5-4F00-A9A2-1E45912F0A49}">
      <dsp:nvSpPr>
        <dsp:cNvPr id="0" name=""/>
        <dsp:cNvSpPr/>
      </dsp:nvSpPr>
      <dsp:spPr>
        <a:xfrm>
          <a:off x="3301193" y="1230233"/>
          <a:ext cx="1523872" cy="168119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0" tIns="120420" rIns="120420" bIns="2408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server-client communication using events</a:t>
          </a:r>
        </a:p>
      </dsp:txBody>
      <dsp:txXfrm>
        <a:off x="3301193" y="1230233"/>
        <a:ext cx="1523872" cy="16811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BCBE5-7ED1-44E2-B89E-7300B37E9769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9E4B7-B151-42E6-8A7D-03615D018EEE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313AA5-8802-4AC6-8C84-FD1FAABC8340}">
      <dsp:nvSpPr>
        <dsp:cNvPr id="0" name=""/>
        <dsp:cNvSpPr/>
      </dsp:nvSpPr>
      <dsp:spPr>
        <a:xfrm>
          <a:off x="1844034" y="682"/>
          <a:ext cx="2810369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Still voting after timer went off</a:t>
          </a:r>
        </a:p>
      </dsp:txBody>
      <dsp:txXfrm>
        <a:off x="1844034" y="682"/>
        <a:ext cx="2810369" cy="1596566"/>
      </dsp:txXfrm>
    </dsp:sp>
    <dsp:sp modelId="{014DE450-17A5-40F7-A366-5C89BC65DED6}">
      <dsp:nvSpPr>
        <dsp:cNvPr id="0" name=""/>
        <dsp:cNvSpPr/>
      </dsp:nvSpPr>
      <dsp:spPr>
        <a:xfrm>
          <a:off x="4654403" y="682"/>
          <a:ext cx="1590861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Added server side block for vote after timer ended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Added </a:t>
          </a:r>
          <a:r>
            <a:rPr lang="en-US" sz="1200" kern="1200" dirty="0" err="1"/>
            <a:t>votingActive</a:t>
          </a:r>
          <a:endParaRPr lang="en-US" sz="1200" kern="1200" dirty="0"/>
        </a:p>
      </dsp:txBody>
      <dsp:txXfrm>
        <a:off x="4654403" y="682"/>
        <a:ext cx="1590861" cy="1596566"/>
      </dsp:txXfrm>
    </dsp:sp>
    <dsp:sp modelId="{734DB7B4-7250-405A-956E-1A665DBDA478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F453D-B008-4077-BA88-625A3B382155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6126E-4EE5-4D96-855E-34325D5AF12C}">
      <dsp:nvSpPr>
        <dsp:cNvPr id="0" name=""/>
        <dsp:cNvSpPr/>
      </dsp:nvSpPr>
      <dsp:spPr>
        <a:xfrm>
          <a:off x="1844034" y="1996390"/>
          <a:ext cx="2810369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Winner UI still repeating</a:t>
          </a:r>
        </a:p>
      </dsp:txBody>
      <dsp:txXfrm>
        <a:off x="1844034" y="1996390"/>
        <a:ext cx="2810369" cy="1596566"/>
      </dsp:txXfrm>
    </dsp:sp>
    <dsp:sp modelId="{1331893C-5E9A-4F83-B3A1-C371EF142525}">
      <dsp:nvSpPr>
        <dsp:cNvPr id="0" name=""/>
        <dsp:cNvSpPr/>
      </dsp:nvSpPr>
      <dsp:spPr>
        <a:xfrm>
          <a:off x="4654403" y="1996390"/>
          <a:ext cx="1590861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Added </a:t>
          </a:r>
          <a:r>
            <a:rPr lang="en-US" sz="1200" kern="1200" dirty="0" err="1"/>
            <a:t>votingActive</a:t>
          </a:r>
          <a:r>
            <a:rPr lang="en-US" sz="1200" kern="1200" dirty="0"/>
            <a:t> to </a:t>
          </a:r>
          <a:r>
            <a:rPr lang="en-US" sz="1200" kern="1200" dirty="0" err="1"/>
            <a:t>setInterval</a:t>
          </a:r>
          <a:r>
            <a:rPr lang="en-US" sz="1200" kern="1200" dirty="0"/>
            <a:t> on index.js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Winner only show once</a:t>
          </a:r>
        </a:p>
      </dsp:txBody>
      <dsp:txXfrm>
        <a:off x="4654403" y="1996390"/>
        <a:ext cx="1590861" cy="1596566"/>
      </dsp:txXfrm>
    </dsp:sp>
    <dsp:sp modelId="{61ED9414-8186-47DD-B39A-6F0C81F195BA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5DF399-CB11-4B87-AD38-3F2127C22EB7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1F309-82E5-48EE-B0FC-D70E4F1A7945}">
      <dsp:nvSpPr>
        <dsp:cNvPr id="0" name=""/>
        <dsp:cNvSpPr/>
      </dsp:nvSpPr>
      <dsp:spPr>
        <a:xfrm>
          <a:off x="1844034" y="3992098"/>
          <a:ext cx="2810369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Event name mismatch</a:t>
          </a:r>
        </a:p>
      </dsp:txBody>
      <dsp:txXfrm>
        <a:off x="1844034" y="3992098"/>
        <a:ext cx="2810369" cy="1596566"/>
      </dsp:txXfrm>
    </dsp:sp>
    <dsp:sp modelId="{579E41B9-0CA2-421D-AD41-FBA76CB02832}">
      <dsp:nvSpPr>
        <dsp:cNvPr id="0" name=""/>
        <dsp:cNvSpPr/>
      </dsp:nvSpPr>
      <dsp:spPr>
        <a:xfrm>
          <a:off x="4654403" y="3992098"/>
          <a:ext cx="1590861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updateVote</a:t>
          </a:r>
          <a:r>
            <a:rPr lang="en-US" sz="1200" kern="1200" dirty="0"/>
            <a:t> vs </a:t>
          </a:r>
          <a:r>
            <a:rPr lang="en-US" sz="1200" kern="1200" dirty="0" err="1"/>
            <a:t>updateVotes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Review all event name for constant naming convection</a:t>
          </a:r>
        </a:p>
      </dsp:txBody>
      <dsp:txXfrm>
        <a:off x="4654403" y="3992098"/>
        <a:ext cx="1590861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 b="1">
                <a:latin typeface="Calisto MT"/>
                <a:ea typeface="+mj-lt"/>
                <a:cs typeface="+mj-lt"/>
              </a:rPr>
              <a:t>Scrum 4 Report </a:t>
            </a:r>
            <a:br>
              <a:rPr lang="en-US" sz="8000" b="1">
                <a:latin typeface="Calisto MT"/>
                <a:ea typeface="+mj-lt"/>
                <a:cs typeface="+mj-lt"/>
              </a:rPr>
            </a:br>
            <a:r>
              <a:rPr lang="en-US" sz="8000" b="1">
                <a:latin typeface="Calisto MT"/>
                <a:ea typeface="+mj-lt"/>
                <a:cs typeface="+mj-lt"/>
              </a:rPr>
              <a:t>Voting Web Page</a:t>
            </a:r>
            <a:endParaRPr lang="en-US" sz="8000" b="1">
              <a:latin typeface="Calisto M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1900" b="1">
                <a:latin typeface="Calisto MT"/>
                <a:ea typeface="+mn-lt"/>
                <a:cs typeface="+mn-lt"/>
              </a:rPr>
              <a:t>Team Members</a:t>
            </a:r>
            <a:r>
              <a:rPr lang="en-US" sz="1900">
                <a:latin typeface="Calisto MT"/>
                <a:ea typeface="+mn-lt"/>
                <a:cs typeface="+mn-lt"/>
              </a:rPr>
              <a:t>: Ezra, Malik, &amp; Ethan</a:t>
            </a:r>
          </a:p>
          <a:p>
            <a:pPr algn="r"/>
            <a:r>
              <a:rPr lang="en-US" sz="1900">
                <a:latin typeface="Calisto MT"/>
                <a:ea typeface="+mn-lt"/>
                <a:cs typeface="+mn-lt"/>
              </a:rPr>
              <a:t> </a:t>
            </a:r>
            <a:r>
              <a:rPr lang="en-US" sz="1900" b="1">
                <a:latin typeface="Calisto MT"/>
                <a:ea typeface="+mn-lt"/>
                <a:cs typeface="+mn-lt"/>
              </a:rPr>
              <a:t>CIS 266 -</a:t>
            </a:r>
            <a:r>
              <a:rPr lang="en-US" sz="1900">
                <a:latin typeface="Calisto MT"/>
                <a:ea typeface="+mn-lt"/>
                <a:cs typeface="+mn-lt"/>
              </a:rPr>
              <a:t> May 2026</a:t>
            </a:r>
            <a:endParaRPr lang="en-US" sz="1900">
              <a:latin typeface="Calisto MT"/>
            </a:endParaRPr>
          </a:p>
          <a:p>
            <a:pPr algn="r"/>
            <a:endParaRPr lang="en-US" sz="1900">
              <a:latin typeface="Calisto M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2" name="Rectangle 62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A9D640-34ED-696A-F82E-0E7659E8BB9C}"/>
              </a:ext>
            </a:extLst>
          </p:cNvPr>
          <p:cNvSpPr>
            <a:spLocks noGrp="1"/>
          </p:cNvSpPr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Team Roles 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2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1" name="Table 600">
            <a:extLst>
              <a:ext uri="{FF2B5EF4-FFF2-40B4-BE49-F238E27FC236}">
                <a16:creationId xmlns:a16="http://schemas.microsoft.com/office/drawing/2014/main" id="{09E97281-B243-3591-ACD3-928AECB79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757270"/>
              </p:ext>
            </p:extLst>
          </p:nvPr>
        </p:nvGraphicFramePr>
        <p:xfrm>
          <a:off x="698063" y="2633472"/>
          <a:ext cx="10792826" cy="3586355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{93296810-A885-4BE3-A3E7-6D5BEEA58F35}</a:tableStyleId>
              </a:tblPr>
              <a:tblGrid>
                <a:gridCol w="2979865">
                  <a:extLst>
                    <a:ext uri="{9D8B030D-6E8A-4147-A177-3AD203B41FA5}">
                      <a16:colId xmlns:a16="http://schemas.microsoft.com/office/drawing/2014/main" val="1393262078"/>
                    </a:ext>
                  </a:extLst>
                </a:gridCol>
                <a:gridCol w="4466191">
                  <a:extLst>
                    <a:ext uri="{9D8B030D-6E8A-4147-A177-3AD203B41FA5}">
                      <a16:colId xmlns:a16="http://schemas.microsoft.com/office/drawing/2014/main" val="3578634889"/>
                    </a:ext>
                  </a:extLst>
                </a:gridCol>
                <a:gridCol w="3346770">
                  <a:extLst>
                    <a:ext uri="{9D8B030D-6E8A-4147-A177-3AD203B41FA5}">
                      <a16:colId xmlns:a16="http://schemas.microsoft.com/office/drawing/2014/main" val="1416094645"/>
                    </a:ext>
                  </a:extLst>
                </a:gridCol>
              </a:tblGrid>
              <a:tr h="424386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u="none" strike="noStrike" cap="none" spc="0" baseline="0" noProof="0">
                          <a:solidFill>
                            <a:schemeClr val="bg1"/>
                          </a:solidFill>
                        </a:rPr>
                        <a:t>Ethan (Scrum Master &amp; Lead):</a:t>
                      </a:r>
                    </a:p>
                  </a:txBody>
                  <a:tcPr marL="116556" marR="90297" marT="89659" marB="89659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u="none" strike="noStrike" cap="none" spc="0" baseline="0" noProof="0" dirty="0">
                          <a:solidFill>
                            <a:schemeClr val="bg1"/>
                          </a:solidFill>
                        </a:rPr>
                        <a:t>Malik (Server Connection):</a:t>
                      </a:r>
                    </a:p>
                  </a:txBody>
                  <a:tcPr marL="116556" marR="90297" marT="89659" marB="8965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u="none" strike="noStrike" cap="none" spc="0" baseline="0" noProof="0">
                          <a:solidFill>
                            <a:schemeClr val="bg1"/>
                          </a:solidFill>
                        </a:rPr>
                        <a:t>Ezra (Client):</a:t>
                      </a:r>
                    </a:p>
                  </a:txBody>
                  <a:tcPr marL="116556" marR="90297" marT="89659" marB="8965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834974"/>
                  </a:ext>
                </a:extLst>
              </a:tr>
              <a:tr h="738191"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cap="none" spc="0" noProof="0">
                          <a:solidFill>
                            <a:schemeClr val="tx1"/>
                          </a:solidFill>
                        </a:rPr>
                        <a:t>Scrum Master &amp; coordinator</a:t>
                      </a:r>
                    </a:p>
                  </a:txBody>
                  <a:tcPr marL="116556" marR="90297" marT="89659" marB="89659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u="none" strike="noStrike" cap="none" spc="0" noProof="0">
                          <a:solidFill>
                            <a:schemeClr val="tx1"/>
                          </a:solidFill>
                        </a:rPr>
                        <a:t>Setting up Socket.IO</a:t>
                      </a: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556" marR="90297" marT="89659" marB="89659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HTML interface</a:t>
                      </a:r>
                      <a:endParaRPr lang="en-US" sz="1400" u="none" strike="noStrike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116556" marR="90297" marT="89659" marB="89659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99746"/>
                  </a:ext>
                </a:extLst>
              </a:tr>
              <a:tr h="654510"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cap="none" spc="0" noProof="0">
                          <a:solidFill>
                            <a:schemeClr val="tx1"/>
                          </a:solidFill>
                        </a:rPr>
                        <a:t>Designing project structure</a:t>
                      </a: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556" marR="90297" marT="89659" marB="89659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u="none" strike="noStrike" cap="none" spc="0" noProof="0">
                          <a:solidFill>
                            <a:schemeClr val="tx1"/>
                          </a:solidFill>
                        </a:rPr>
                        <a:t>Function for updating all clients</a:t>
                      </a:r>
                    </a:p>
                  </a:txBody>
                  <a:tcPr marL="116556" marR="90297" marT="89659" marB="89659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Connecting Socket.IO server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556" marR="90297" marT="89659" marB="89659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838369"/>
                  </a:ext>
                </a:extLst>
              </a:tr>
              <a:tr h="884634"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cap="none" spc="0" noProof="0">
                          <a:solidFill>
                            <a:schemeClr val="tx1"/>
                          </a:solidFill>
                        </a:rPr>
                        <a:t>PowerPoint slides &amp; IO captures</a:t>
                      </a: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556" marR="90297" marT="89659" marB="89659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u="none" strike="noStrike" cap="none" spc="0" noProof="0">
                          <a:solidFill>
                            <a:schemeClr val="tx1"/>
                          </a:solidFill>
                        </a:rPr>
                        <a:t>Storing vote object</a:t>
                      </a:r>
                    </a:p>
                  </a:txBody>
                  <a:tcPr marL="116556" marR="90297" marT="89659" marB="89659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Sending votes to server</a:t>
                      </a:r>
                    </a:p>
                  </a:txBody>
                  <a:tcPr marL="116556" marR="90297" marT="89659" marB="89659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269332"/>
                  </a:ext>
                </a:extLst>
              </a:tr>
              <a:tr h="884634"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cap="none" spc="0" noProof="0">
                          <a:solidFill>
                            <a:schemeClr val="tx1"/>
                          </a:solidFill>
                        </a:rPr>
                        <a:t>Final zip submission &amp; integration oversight</a:t>
                      </a: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6556" marR="90297" marT="89659" marB="89659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,Sans-Serif"/>
                        <a:buNone/>
                      </a:pPr>
                      <a:endParaRPr lang="en-US" sz="1400" u="none" strike="noStrike" cap="none" spc="0" noProof="0" err="1">
                        <a:solidFill>
                          <a:schemeClr val="tx1"/>
                        </a:solidFill>
                      </a:endParaRPr>
                    </a:p>
                  </a:txBody>
                  <a:tcPr marL="116556" marR="90297" marT="89659" marB="89659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6556" marR="90297" marT="89659" marB="89659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515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46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D1835-153E-1FD8-B48E-30F81335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4E16D97-52B9-9433-71C2-64BB97109E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72" r="25163" b="-2"/>
          <a:stretch>
            <a:fillRect/>
          </a:stretch>
        </p:blipFill>
        <p:spPr>
          <a:xfrm>
            <a:off x="-9527" y="3725"/>
            <a:ext cx="5846165" cy="6850548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9527" y="-6558"/>
            <a:ext cx="6254832" cy="6874766"/>
            <a:chOff x="-9149" y="3725"/>
            <a:chExt cx="6254832" cy="688720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34" name="Freeform: Shape 33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62699B-6A38-CCBD-3D73-6BC6ACE14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  <a:latin typeface="Calisto MT"/>
                <a:ea typeface="+mj-lt"/>
                <a:cs typeface="+mj-lt"/>
              </a:rPr>
              <a:t>Method Used</a:t>
            </a:r>
            <a:endParaRPr lang="en-US" sz="3600">
              <a:solidFill>
                <a:schemeClr val="tx2"/>
              </a:solidFill>
              <a:latin typeface="Calisto MT"/>
            </a:endParaRPr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064B6E10-98A5-32CA-AEFE-4F672EA8F9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005569"/>
              </p:ext>
            </p:extLst>
          </p:nvPr>
        </p:nvGraphicFramePr>
        <p:xfrm>
          <a:off x="6090574" y="2415756"/>
          <a:ext cx="4977578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7384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AC1238-86DB-8F13-0F13-D0C4DD050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36945D-F2A6-BB7D-7AFA-53DCEA4D41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035" b="-2"/>
          <a:stretch>
            <a:fillRect/>
          </a:stretch>
        </p:blipFill>
        <p:spPr>
          <a:xfrm>
            <a:off x="-9527" y="3725"/>
            <a:ext cx="5846165" cy="685054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9527" y="-6558"/>
            <a:ext cx="6254832" cy="6874766"/>
            <a:chOff x="-9149" y="3725"/>
            <a:chExt cx="6254832" cy="688720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9" name="Freeform: Shape 18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20" name="Freeform: Shape 19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DDC2230-71DE-A67F-D515-4B8B08024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alisto MT"/>
                <a:ea typeface="+mj-lt"/>
                <a:cs typeface="+mj-lt"/>
              </a:rPr>
              <a:t>Project Goal</a:t>
            </a:r>
            <a:endParaRPr lang="en-US" sz="3600" dirty="0">
              <a:solidFill>
                <a:schemeClr val="tx2"/>
              </a:solidFill>
              <a:latin typeface="Calisto M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DF9B-8E9B-9DC0-1559-6045A47ED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35" y="1279286"/>
            <a:ext cx="4275828" cy="1720281"/>
          </a:xfrm>
          <a:prstGeom prst="rect">
            <a:avLst/>
          </a:prstGeom>
          <a:solidFill>
            <a:srgbClr val="F5F7F6"/>
          </a:solidFill>
          <a:ln>
            <a:solidFill>
              <a:schemeClr val="tx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700" b="1" dirty="0">
              <a:solidFill>
                <a:srgbClr val="0F2E3D"/>
              </a:solidFill>
              <a:latin typeface="Calisto MT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0F2E3D"/>
                </a:solidFill>
                <a:latin typeface="Calisto MT"/>
                <a:ea typeface="+mn-lt"/>
                <a:cs typeface="+mn-lt"/>
              </a:rPr>
              <a:t>Real Time Voting System Web Service:</a:t>
            </a:r>
            <a:endParaRPr lang="en-US" sz="1700" dirty="0">
              <a:solidFill>
                <a:srgbClr val="0F2E3D"/>
              </a:solidFill>
            </a:endParaRPr>
          </a:p>
          <a:p>
            <a:r>
              <a:rPr lang="en-US" sz="1700" dirty="0">
                <a:solidFill>
                  <a:srgbClr val="0F2E3D"/>
                </a:solidFill>
                <a:latin typeface="Calisto MT"/>
                <a:ea typeface="+mn-lt"/>
                <a:cs typeface="+mn-lt"/>
              </a:rPr>
              <a:t>A real time voting web page that show voting update instantly for everyone viewing the page</a:t>
            </a:r>
            <a:endParaRPr lang="en-US" sz="1700" dirty="0">
              <a:solidFill>
                <a:srgbClr val="0F2E3D"/>
              </a:solidFill>
              <a:latin typeface="Calisto MT"/>
            </a:endParaRPr>
          </a:p>
          <a:p>
            <a:endParaRPr lang="en-US" sz="1700" dirty="0">
              <a:solidFill>
                <a:srgbClr val="0F2E3D"/>
              </a:solidFill>
              <a:latin typeface="Calisto MT"/>
            </a:endParaRPr>
          </a:p>
          <a:p>
            <a:endParaRPr lang="en-US" sz="1700" dirty="0">
              <a:solidFill>
                <a:srgbClr val="0F2E3D"/>
              </a:solidFill>
              <a:latin typeface="Calisto MT"/>
            </a:endParaRPr>
          </a:p>
          <a:p>
            <a:endParaRPr lang="en-US" sz="1700" dirty="0">
              <a:solidFill>
                <a:srgbClr val="0F2E3D"/>
              </a:solidFill>
              <a:latin typeface="Calisto MT"/>
            </a:endParaRPr>
          </a:p>
          <a:p>
            <a:endParaRPr lang="en-US" sz="1700" dirty="0">
              <a:solidFill>
                <a:srgbClr val="0F2E3D"/>
              </a:solidFill>
              <a:latin typeface="Calisto MT"/>
            </a:endParaRPr>
          </a:p>
          <a:p>
            <a:pPr marL="0" indent="0">
              <a:buNone/>
            </a:pPr>
            <a:endParaRPr lang="en-US" sz="1700" dirty="0">
              <a:solidFill>
                <a:srgbClr val="0F2E3D"/>
              </a:solidFill>
              <a:latin typeface="Calisto MT"/>
            </a:endParaRPr>
          </a:p>
          <a:p>
            <a:endParaRPr lang="en-US" sz="1700" dirty="0">
              <a:solidFill>
                <a:srgbClr val="0F2E3D"/>
              </a:solidFill>
              <a:latin typeface="Calisto MT"/>
            </a:endParaRPr>
          </a:p>
        </p:txBody>
      </p:sp>
      <p:graphicFrame>
        <p:nvGraphicFramePr>
          <p:cNvPr id="8" name="Diagram 5">
            <a:extLst>
              <a:ext uri="{FF2B5EF4-FFF2-40B4-BE49-F238E27FC236}">
                <a16:creationId xmlns:a16="http://schemas.microsoft.com/office/drawing/2014/main" id="{CB839686-C121-861E-E7CA-6CC2F1246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3179383"/>
              </p:ext>
            </p:extLst>
          </p:nvPr>
        </p:nvGraphicFramePr>
        <p:xfrm>
          <a:off x="6090574" y="2415756"/>
          <a:ext cx="4977578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2305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a server network panel with lights and cables">
            <a:extLst>
              <a:ext uri="{FF2B5EF4-FFF2-40B4-BE49-F238E27FC236}">
                <a16:creationId xmlns:a16="http://schemas.microsoft.com/office/drawing/2014/main" id="{3195261F-8818-47F9-B5AE-6D28D0EAB4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8" r="9619" b="-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2BD22-18A2-92ED-A43C-5B85056F1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Example of Client-Server connection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83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21895C-C2BD-2140-8BC7-53A82D6E3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index.html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5AEEC11-F10F-9188-D05D-AE0462E8E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121" y="4171528"/>
            <a:ext cx="9163757" cy="4504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User click on the button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70EFA5-C600-E1E2-4908-9A1889D2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42" y="888483"/>
            <a:ext cx="11525864" cy="1700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379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5209C-F8A6-9C45-D20F-E88C9A8F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5A6B8-88BE-7562-509A-9D19FBB6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app.js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2FC01-9AC6-1611-D090-D7AECC119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984" y="553454"/>
            <a:ext cx="7179200" cy="246927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DE4BE20-A61A-9FB2-64FF-54A7A5118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>
                <a:latin typeface="+mn-lt"/>
                <a:ea typeface="+mn-ea"/>
                <a:cs typeface="+mn-cs"/>
              </a:rPr>
              <a:t>Sent the event to the server</a:t>
            </a:r>
          </a:p>
        </p:txBody>
      </p:sp>
    </p:spTree>
    <p:extLst>
      <p:ext uri="{BB962C8B-B14F-4D97-AF65-F5344CB8AC3E}">
        <p14:creationId xmlns:p14="http://schemas.microsoft.com/office/powerpoint/2010/main" val="865329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80A20-ABD3-9987-A702-22060B45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D36FF-EEF7-5332-9538-40A8B6E74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index.js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013EAD-BF40-472A-AFF1-47E52F684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6447" y="6019391"/>
            <a:ext cx="7315199" cy="3369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Store the vote and updates the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921D78-2A93-D697-C545-A88875468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89" y="579473"/>
            <a:ext cx="7873820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1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681CE-7FDA-3E37-0FA1-00FF455B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DBF50F6-DD88-4D9F-B7D3-79B989980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6BBDC2-6929-469E-B7C4-A03E77BF9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2F067-A537-D1B0-3C4D-741ED435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5434228"/>
            <a:ext cx="10640754" cy="7758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</a:t>
            </a: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.js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136399-EFAD-B12E-BA23-FF9AB4894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4980231"/>
            <a:ext cx="9163757" cy="4504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Receives updates and update UI elements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344E6B5-C9F5-4338-9E33-003B1237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2" y="170309"/>
            <a:ext cx="2514948" cy="2174333"/>
            <a:chOff x="-305" y="-4155"/>
            <a:chExt cx="2514948" cy="2174333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90B0F8D-9E81-4DE8-95D5-1A26E9390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30BA43A-83E9-4C67-92A6-F247FB37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F3A0CC-EBFE-405D-B0C0-27DE361ED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F2E853E-B55A-4FFD-B90E-6FB4F31BD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66CBA8F-6BD0-4D7A-AACE-6F6B11406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13" y="445153"/>
            <a:ext cx="10317774" cy="3585427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FDFEDBF7-8E2C-46B8-9095-AE1D77E2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4" y="4560733"/>
            <a:ext cx="3061445" cy="2297266"/>
            <a:chOff x="-305" y="-1"/>
            <a:chExt cx="3832880" cy="2876136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202872-FBB0-4F11-BC49-9FB400B21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DEB2F40-D411-4D44-9638-AE0342C7F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07F7D91-A991-4196-AF73-327E04B56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78739A9-E67C-40E5-9468-0A68AEC54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7290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3B6F1-1275-9457-7A8C-6B9D13566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A45FE-44EC-C7E7-A2DC-2DFD3071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5000" b="1" kern="1200">
                <a:latin typeface="+mj-lt"/>
                <a:ea typeface="+mj-ea"/>
                <a:cs typeface="+mj-cs"/>
              </a:rPr>
              <a:t>Debugs/Fixes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2D600E8-9DF9-2580-2D07-2F6ED3B399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208865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718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2969E-BD6B-1D90-D589-B7BF5A6D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8BFC7-69B5-A95E-80C9-2903A4311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80" y="2072640"/>
            <a:ext cx="10584964" cy="4128135"/>
          </a:xfrm>
          <a:prstGeom prst="rect">
            <a:avLst/>
          </a:prstGeom>
        </p:spPr>
      </p:pic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96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4FCA4-E349-31DA-7158-FA8E70BF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25A4C-1FB6-5ED7-76D1-E88CC8AF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59181-E8D9-B009-1DA4-03FADA4D6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80" y="2072640"/>
            <a:ext cx="10584964" cy="4128135"/>
          </a:xfrm>
          <a:prstGeom prst="rect">
            <a:avLst/>
          </a:prstGeom>
        </p:spPr>
      </p:pic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17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AAABC-4306-B715-F709-C80E03F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B283E-19AC-25E5-672D-4FB7B933D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2DD63F-F1F5-8BF3-691E-BB08104A8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67" y="2072640"/>
            <a:ext cx="10130391" cy="4128135"/>
          </a:xfrm>
          <a:prstGeom prst="rect">
            <a:avLst/>
          </a:prstGeom>
        </p:spPr>
      </p:pic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0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F9D96E3F-159B-4733-BE61-1AAB43A59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5202B2A-E3B3-4965-8D55-B58E5405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505B69-008B-3E73-6F6A-551381F68DCF}"/>
              </a:ext>
            </a:extLst>
          </p:cNvPr>
          <p:cNvSpPr>
            <a:spLocks noGrp="1"/>
          </p:cNvSpPr>
          <p:nvPr/>
        </p:nvSpPr>
        <p:spPr>
          <a:xfrm>
            <a:off x="804672" y="940391"/>
            <a:ext cx="10021446" cy="29444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2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Thanks for Watching!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2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C505F6D-25F2-479B-AEEE-66F34B3FB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298"/>
            <a:ext cx="2514948" cy="2174333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5C49ED7-EC50-4D2C-A945-D4907F081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9A8266C-3886-4618-B2EB-EA7FE32CE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B4610CF-D689-4B1B-A7FB-1CE14209E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DA7C44F-B555-41AC-95A7-645015293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C0A542E-DBAB-412E-9F06-247CFE5FB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8304973" y="939510"/>
            <a:ext cx="4826538" cy="2947516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41E2FAC-3A8F-4977-ACC1-92B455FD4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264E774-D8C6-4806-9911-955DD8039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450CBAC-6145-4598-BA48-1EB500923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1451637-F91B-479F-8251-660E2281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3883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255</Words>
  <Application>Microsoft Office PowerPoint</Application>
  <PresentationFormat>Widescreen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Arial,Sans-Serif</vt:lpstr>
      <vt:lpstr>Calibri</vt:lpstr>
      <vt:lpstr>Calisto MT</vt:lpstr>
      <vt:lpstr>office theme</vt:lpstr>
      <vt:lpstr>Scrum 4 Report  Voting Web Page</vt:lpstr>
      <vt:lpstr>PowerPoint Presentation</vt:lpstr>
      <vt:lpstr>Method Used</vt:lpstr>
      <vt:lpstr>Project Goal</vt:lpstr>
      <vt:lpstr>Example of Client-Server connection</vt:lpstr>
      <vt:lpstr>index.html</vt:lpstr>
      <vt:lpstr>app.js</vt:lpstr>
      <vt:lpstr>index.js</vt:lpstr>
      <vt:lpstr>app.js</vt:lpstr>
      <vt:lpstr>Debugs/Fixes</vt:lpstr>
      <vt:lpstr>Demo</vt:lpstr>
      <vt:lpstr>Demo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</dc:creator>
  <cp:lastModifiedBy>Diaz, Ethan M</cp:lastModifiedBy>
  <cp:revision>1208</cp:revision>
  <dcterms:created xsi:type="dcterms:W3CDTF">2026-03-24T15:44:12Z</dcterms:created>
  <dcterms:modified xsi:type="dcterms:W3CDTF">2026-05-01T01:21:47Z</dcterms:modified>
</cp:coreProperties>
</file>